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9" r:id="rId10"/>
    <p:sldId id="270" r:id="rId11"/>
    <p:sldId id="271" r:id="rId12"/>
    <p:sldId id="263" r:id="rId13"/>
    <p:sldId id="264" r:id="rId14"/>
    <p:sldId id="265" r:id="rId15"/>
    <p:sldId id="266" r:id="rId16"/>
    <p:sldId id="272" r:id="rId17"/>
    <p:sldId id="273" r:id="rId18"/>
    <p:sldId id="26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25.svg"/></Relationships>
</file>

<file path=ppt/diagrams/_rels/data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4.svg"/><Relationship Id="rId4" Type="http://schemas.openxmlformats.org/officeDocument/2006/relationships/image" Target="../media/image27.svg"/><Relationship Id="rId9" Type="http://schemas.openxmlformats.org/officeDocument/2006/relationships/image" Target="../media/image3.png"/></Relationships>
</file>

<file path=ppt/diagrams/_rels/data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diagrams/_rels/data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25.svg"/></Relationships>
</file>

<file path=ppt/diagrams/_rels/drawing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4.svg"/><Relationship Id="rId4" Type="http://schemas.openxmlformats.org/officeDocument/2006/relationships/image" Target="../media/image27.svg"/><Relationship Id="rId9" Type="http://schemas.openxmlformats.org/officeDocument/2006/relationships/image" Target="../media/image3.png"/></Relationships>
</file>

<file path=ppt/diagrams/_rels/drawing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diagrams/_rels/drawing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E4BAD1-50F3-4BB7-9775-4F2889EFC06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F57D7B4-E50F-4772-9F31-C26BEC8E7F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Goal: Predict traffic accident severity using environmental, temporal, and roadway-related features.</a:t>
          </a:r>
        </a:p>
      </dgm:t>
    </dgm:pt>
    <dgm:pt modelId="{C9686C78-803A-4939-B2F2-E2850DF85A7D}" type="parTrans" cxnId="{3FB7EF63-9A5A-4FB6-AE48-4585238A2779}">
      <dgm:prSet/>
      <dgm:spPr/>
      <dgm:t>
        <a:bodyPr/>
        <a:lstStyle/>
        <a:p>
          <a:endParaRPr lang="en-US"/>
        </a:p>
      </dgm:t>
    </dgm:pt>
    <dgm:pt modelId="{D82AAE0E-12DE-4935-8132-E45939810152}" type="sibTrans" cxnId="{3FB7EF63-9A5A-4FB6-AE48-4585238A2779}">
      <dgm:prSet/>
      <dgm:spPr/>
      <dgm:t>
        <a:bodyPr/>
        <a:lstStyle/>
        <a:p>
          <a:endParaRPr lang="en-US"/>
        </a:p>
      </dgm:t>
    </dgm:pt>
    <dgm:pt modelId="{32324F6F-0BD8-407D-AA20-EE51ABD4B7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Dataset: U.S. Accidents (2016–2023) crash records across the United States.</a:t>
          </a:r>
        </a:p>
      </dgm:t>
    </dgm:pt>
    <dgm:pt modelId="{61DD10E7-EB1F-4DBA-8FAD-16A7FF7317B6}" type="parTrans" cxnId="{9ED5DA0F-FC20-4937-A141-FFE1EE368C26}">
      <dgm:prSet/>
      <dgm:spPr/>
      <dgm:t>
        <a:bodyPr/>
        <a:lstStyle/>
        <a:p>
          <a:endParaRPr lang="en-US"/>
        </a:p>
      </dgm:t>
    </dgm:pt>
    <dgm:pt modelId="{F0DC8EF4-ADD3-4034-AA58-F29FE3A61A7D}" type="sibTrans" cxnId="{9ED5DA0F-FC20-4937-A141-FFE1EE368C26}">
      <dgm:prSet/>
      <dgm:spPr/>
      <dgm:t>
        <a:bodyPr/>
        <a:lstStyle/>
        <a:p>
          <a:endParaRPr lang="en-US"/>
        </a:p>
      </dgm:t>
    </dgm:pt>
    <dgm:pt modelId="{5CA04849-B6B9-4EA9-ACF2-1B6821829D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Approach: Data wrangling → feature engineering → EDA → model training &amp; evaluation.</a:t>
          </a:r>
        </a:p>
      </dgm:t>
    </dgm:pt>
    <dgm:pt modelId="{1D135674-3D30-4E53-A05C-7AB02EAD0D1F}" type="parTrans" cxnId="{B593CDD4-6F8A-4099-9972-854B12A6F25F}">
      <dgm:prSet/>
      <dgm:spPr/>
      <dgm:t>
        <a:bodyPr/>
        <a:lstStyle/>
        <a:p>
          <a:endParaRPr lang="en-US"/>
        </a:p>
      </dgm:t>
    </dgm:pt>
    <dgm:pt modelId="{2D2A311F-26A4-410C-A77F-BC846049CB20}" type="sibTrans" cxnId="{B593CDD4-6F8A-4099-9972-854B12A6F25F}">
      <dgm:prSet/>
      <dgm:spPr/>
      <dgm:t>
        <a:bodyPr/>
        <a:lstStyle/>
        <a:p>
          <a:endParaRPr lang="en-US"/>
        </a:p>
      </dgm:t>
    </dgm:pt>
    <dgm:pt modelId="{A7EEBB30-393F-4C83-81DA-36D189CCF1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Models compared: Logistic Regression, KNN, Random Forest, Gradient Boosting.</a:t>
          </a:r>
        </a:p>
      </dgm:t>
    </dgm:pt>
    <dgm:pt modelId="{D4ADC94C-3C06-4844-9661-2F918CD148E6}" type="parTrans" cxnId="{B756F429-0C70-4411-A382-DFF7C8C2BB9F}">
      <dgm:prSet/>
      <dgm:spPr/>
      <dgm:t>
        <a:bodyPr/>
        <a:lstStyle/>
        <a:p>
          <a:endParaRPr lang="en-US"/>
        </a:p>
      </dgm:t>
    </dgm:pt>
    <dgm:pt modelId="{8845C4CC-02E9-4034-B1CB-D71CF555945F}" type="sibTrans" cxnId="{B756F429-0C70-4411-A382-DFF7C8C2BB9F}">
      <dgm:prSet/>
      <dgm:spPr/>
      <dgm:t>
        <a:bodyPr/>
        <a:lstStyle/>
        <a:p>
          <a:endParaRPr lang="en-US"/>
        </a:p>
      </dgm:t>
    </dgm:pt>
    <dgm:pt modelId="{818CD909-F1FB-4CAD-989F-5923977FF9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Best model: Gradient Boosting (Accuracy 0.82; ROC-AUC 0.90).</a:t>
          </a:r>
        </a:p>
      </dgm:t>
    </dgm:pt>
    <dgm:pt modelId="{7EC41E75-4D0E-4E97-9A88-A7BE5C581E4C}" type="parTrans" cxnId="{79150D1F-8237-4941-B2E0-0B004A3A4B52}">
      <dgm:prSet/>
      <dgm:spPr/>
      <dgm:t>
        <a:bodyPr/>
        <a:lstStyle/>
        <a:p>
          <a:endParaRPr lang="en-US"/>
        </a:p>
      </dgm:t>
    </dgm:pt>
    <dgm:pt modelId="{80B368DB-F32A-4FBA-8B0F-54F46D7F4ED4}" type="sibTrans" cxnId="{79150D1F-8237-4941-B2E0-0B004A3A4B52}">
      <dgm:prSet/>
      <dgm:spPr/>
      <dgm:t>
        <a:bodyPr/>
        <a:lstStyle/>
        <a:p>
          <a:endParaRPr lang="en-US"/>
        </a:p>
      </dgm:t>
    </dgm:pt>
    <dgm:pt modelId="{FCDA08CF-44A5-423A-BFF5-B21E71BC9AE8}" type="pres">
      <dgm:prSet presAssocID="{05E4BAD1-50F3-4BB7-9775-4F2889EFC06B}" presName="root" presStyleCnt="0">
        <dgm:presLayoutVars>
          <dgm:dir/>
          <dgm:resizeHandles val="exact"/>
        </dgm:presLayoutVars>
      </dgm:prSet>
      <dgm:spPr/>
    </dgm:pt>
    <dgm:pt modelId="{4624B08A-0FC8-4F69-9184-A1B795CE62D5}" type="pres">
      <dgm:prSet presAssocID="{BF57D7B4-E50F-4772-9F31-C26BEC8E7F25}" presName="compNode" presStyleCnt="0"/>
      <dgm:spPr/>
    </dgm:pt>
    <dgm:pt modelId="{673E6EA7-BD0C-4FF0-B982-E6FEA70FFA87}" type="pres">
      <dgm:prSet presAssocID="{BF57D7B4-E50F-4772-9F31-C26BEC8E7F25}" presName="bgRect" presStyleLbl="bgShp" presStyleIdx="0" presStyleCnt="5"/>
      <dgm:spPr/>
    </dgm:pt>
    <dgm:pt modelId="{AA172D22-7EA2-4657-9411-6D7E7C9972D3}" type="pres">
      <dgm:prSet presAssocID="{BF57D7B4-E50F-4772-9F31-C26BEC8E7F2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7B8FF814-3602-464D-916F-8D797BDB7B2B}" type="pres">
      <dgm:prSet presAssocID="{BF57D7B4-E50F-4772-9F31-C26BEC8E7F25}" presName="spaceRect" presStyleCnt="0"/>
      <dgm:spPr/>
    </dgm:pt>
    <dgm:pt modelId="{239885CC-6DCE-40C7-B324-D719FEF7FA0F}" type="pres">
      <dgm:prSet presAssocID="{BF57D7B4-E50F-4772-9F31-C26BEC8E7F25}" presName="parTx" presStyleLbl="revTx" presStyleIdx="0" presStyleCnt="5">
        <dgm:presLayoutVars>
          <dgm:chMax val="0"/>
          <dgm:chPref val="0"/>
        </dgm:presLayoutVars>
      </dgm:prSet>
      <dgm:spPr/>
    </dgm:pt>
    <dgm:pt modelId="{CC0C4912-7128-4689-BB67-B12ACF93DC2A}" type="pres">
      <dgm:prSet presAssocID="{D82AAE0E-12DE-4935-8132-E45939810152}" presName="sibTrans" presStyleCnt="0"/>
      <dgm:spPr/>
    </dgm:pt>
    <dgm:pt modelId="{BB14A50A-028D-4354-A1A2-A0585EF56850}" type="pres">
      <dgm:prSet presAssocID="{32324F6F-0BD8-407D-AA20-EE51ABD4B727}" presName="compNode" presStyleCnt="0"/>
      <dgm:spPr/>
    </dgm:pt>
    <dgm:pt modelId="{94E47E3C-E7C9-4333-887D-9AD4518406D7}" type="pres">
      <dgm:prSet presAssocID="{32324F6F-0BD8-407D-AA20-EE51ABD4B727}" presName="bgRect" presStyleLbl="bgShp" presStyleIdx="1" presStyleCnt="5"/>
      <dgm:spPr/>
    </dgm:pt>
    <dgm:pt modelId="{0784B776-628E-44FE-B9D7-98A8121C5A1A}" type="pres">
      <dgm:prSet presAssocID="{32324F6F-0BD8-407D-AA20-EE51ABD4B72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FACB90DC-4AD1-4FBC-B8B8-8E1B1A0B111D}" type="pres">
      <dgm:prSet presAssocID="{32324F6F-0BD8-407D-AA20-EE51ABD4B727}" presName="spaceRect" presStyleCnt="0"/>
      <dgm:spPr/>
    </dgm:pt>
    <dgm:pt modelId="{7AAEACF6-A290-49FE-8018-941D366D9B96}" type="pres">
      <dgm:prSet presAssocID="{32324F6F-0BD8-407D-AA20-EE51ABD4B727}" presName="parTx" presStyleLbl="revTx" presStyleIdx="1" presStyleCnt="5">
        <dgm:presLayoutVars>
          <dgm:chMax val="0"/>
          <dgm:chPref val="0"/>
        </dgm:presLayoutVars>
      </dgm:prSet>
      <dgm:spPr/>
    </dgm:pt>
    <dgm:pt modelId="{48DB79E8-DF9A-4134-8909-DA782D445077}" type="pres">
      <dgm:prSet presAssocID="{F0DC8EF4-ADD3-4034-AA58-F29FE3A61A7D}" presName="sibTrans" presStyleCnt="0"/>
      <dgm:spPr/>
    </dgm:pt>
    <dgm:pt modelId="{81FE05B3-3BA3-4789-9C30-9B217642A287}" type="pres">
      <dgm:prSet presAssocID="{5CA04849-B6B9-4EA9-ACF2-1B6821829D8A}" presName="compNode" presStyleCnt="0"/>
      <dgm:spPr/>
    </dgm:pt>
    <dgm:pt modelId="{54D13649-6D0F-463A-90FE-CC000FFD1CC8}" type="pres">
      <dgm:prSet presAssocID="{5CA04849-B6B9-4EA9-ACF2-1B6821829D8A}" presName="bgRect" presStyleLbl="bgShp" presStyleIdx="2" presStyleCnt="5"/>
      <dgm:spPr/>
    </dgm:pt>
    <dgm:pt modelId="{C6BFAE12-071C-4E3D-9E8A-80A2FE6ADE52}" type="pres">
      <dgm:prSet presAssocID="{5CA04849-B6B9-4EA9-ACF2-1B6821829D8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4CF9CECE-B5DA-4C67-9CC9-5DF9D908DF1B}" type="pres">
      <dgm:prSet presAssocID="{5CA04849-B6B9-4EA9-ACF2-1B6821829D8A}" presName="spaceRect" presStyleCnt="0"/>
      <dgm:spPr/>
    </dgm:pt>
    <dgm:pt modelId="{044A0B12-1843-45C5-AB17-089DF2237B3C}" type="pres">
      <dgm:prSet presAssocID="{5CA04849-B6B9-4EA9-ACF2-1B6821829D8A}" presName="parTx" presStyleLbl="revTx" presStyleIdx="2" presStyleCnt="5">
        <dgm:presLayoutVars>
          <dgm:chMax val="0"/>
          <dgm:chPref val="0"/>
        </dgm:presLayoutVars>
      </dgm:prSet>
      <dgm:spPr/>
    </dgm:pt>
    <dgm:pt modelId="{180B8C1B-ED5F-48B9-9AC9-2C4324B5D9BD}" type="pres">
      <dgm:prSet presAssocID="{2D2A311F-26A4-410C-A77F-BC846049CB20}" presName="sibTrans" presStyleCnt="0"/>
      <dgm:spPr/>
    </dgm:pt>
    <dgm:pt modelId="{A6D6C660-76BB-48AE-842A-01DAF9445279}" type="pres">
      <dgm:prSet presAssocID="{A7EEBB30-393F-4C83-81DA-36D189CCF16B}" presName="compNode" presStyleCnt="0"/>
      <dgm:spPr/>
    </dgm:pt>
    <dgm:pt modelId="{B46C3609-8411-4A38-A79B-1807524D70C5}" type="pres">
      <dgm:prSet presAssocID="{A7EEBB30-393F-4C83-81DA-36D189CCF16B}" presName="bgRect" presStyleLbl="bgShp" presStyleIdx="3" presStyleCnt="5"/>
      <dgm:spPr/>
    </dgm:pt>
    <dgm:pt modelId="{0C0033D3-6426-4943-909A-EA790E812C94}" type="pres">
      <dgm:prSet presAssocID="{A7EEBB30-393F-4C83-81DA-36D189CCF16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70B4D7BE-2FB2-48ED-AFC0-ED65E95B6A38}" type="pres">
      <dgm:prSet presAssocID="{A7EEBB30-393F-4C83-81DA-36D189CCF16B}" presName="spaceRect" presStyleCnt="0"/>
      <dgm:spPr/>
    </dgm:pt>
    <dgm:pt modelId="{D9114727-DA35-44D9-A3EF-95CAF3DCB6DB}" type="pres">
      <dgm:prSet presAssocID="{A7EEBB30-393F-4C83-81DA-36D189CCF16B}" presName="parTx" presStyleLbl="revTx" presStyleIdx="3" presStyleCnt="5">
        <dgm:presLayoutVars>
          <dgm:chMax val="0"/>
          <dgm:chPref val="0"/>
        </dgm:presLayoutVars>
      </dgm:prSet>
      <dgm:spPr/>
    </dgm:pt>
    <dgm:pt modelId="{AC8AD5F7-0325-43EA-B1E6-330EBA65C636}" type="pres">
      <dgm:prSet presAssocID="{8845C4CC-02E9-4034-B1CB-D71CF555945F}" presName="sibTrans" presStyleCnt="0"/>
      <dgm:spPr/>
    </dgm:pt>
    <dgm:pt modelId="{280335DC-955B-4D05-8CD0-10379B57F6A0}" type="pres">
      <dgm:prSet presAssocID="{818CD909-F1FB-4CAD-989F-5923977FF984}" presName="compNode" presStyleCnt="0"/>
      <dgm:spPr/>
    </dgm:pt>
    <dgm:pt modelId="{2E670427-EE2D-4AF9-B309-7BCE5DACEA18}" type="pres">
      <dgm:prSet presAssocID="{818CD909-F1FB-4CAD-989F-5923977FF984}" presName="bgRect" presStyleLbl="bgShp" presStyleIdx="4" presStyleCnt="5"/>
      <dgm:spPr/>
    </dgm:pt>
    <dgm:pt modelId="{EAA7492E-C50C-498C-8F9C-DFAEA514F084}" type="pres">
      <dgm:prSet presAssocID="{818CD909-F1FB-4CAD-989F-5923977FF98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55497421-184B-49D8-8846-E44135F187A1}" type="pres">
      <dgm:prSet presAssocID="{818CD909-F1FB-4CAD-989F-5923977FF984}" presName="spaceRect" presStyleCnt="0"/>
      <dgm:spPr/>
    </dgm:pt>
    <dgm:pt modelId="{661EC293-07C4-49B0-990E-791B0A78D75B}" type="pres">
      <dgm:prSet presAssocID="{818CD909-F1FB-4CAD-989F-5923977FF98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ED5DA0F-FC20-4937-A141-FFE1EE368C26}" srcId="{05E4BAD1-50F3-4BB7-9775-4F2889EFC06B}" destId="{32324F6F-0BD8-407D-AA20-EE51ABD4B727}" srcOrd="1" destOrd="0" parTransId="{61DD10E7-EB1F-4DBA-8FAD-16A7FF7317B6}" sibTransId="{F0DC8EF4-ADD3-4034-AA58-F29FE3A61A7D}"/>
    <dgm:cxn modelId="{79150D1F-8237-4941-B2E0-0B004A3A4B52}" srcId="{05E4BAD1-50F3-4BB7-9775-4F2889EFC06B}" destId="{818CD909-F1FB-4CAD-989F-5923977FF984}" srcOrd="4" destOrd="0" parTransId="{7EC41E75-4D0E-4E97-9A88-A7BE5C581E4C}" sibTransId="{80B368DB-F32A-4FBA-8B0F-54F46D7F4ED4}"/>
    <dgm:cxn modelId="{B756F429-0C70-4411-A382-DFF7C8C2BB9F}" srcId="{05E4BAD1-50F3-4BB7-9775-4F2889EFC06B}" destId="{A7EEBB30-393F-4C83-81DA-36D189CCF16B}" srcOrd="3" destOrd="0" parTransId="{D4ADC94C-3C06-4844-9661-2F918CD148E6}" sibTransId="{8845C4CC-02E9-4034-B1CB-D71CF555945F}"/>
    <dgm:cxn modelId="{49BC933C-B246-47BB-A196-8E6A158A13AA}" type="presOf" srcId="{5CA04849-B6B9-4EA9-ACF2-1B6821829D8A}" destId="{044A0B12-1843-45C5-AB17-089DF2237B3C}" srcOrd="0" destOrd="0" presId="urn:microsoft.com/office/officeart/2018/2/layout/IconVerticalSolidList"/>
    <dgm:cxn modelId="{3FB7EF63-9A5A-4FB6-AE48-4585238A2779}" srcId="{05E4BAD1-50F3-4BB7-9775-4F2889EFC06B}" destId="{BF57D7B4-E50F-4772-9F31-C26BEC8E7F25}" srcOrd="0" destOrd="0" parTransId="{C9686C78-803A-4939-B2F2-E2850DF85A7D}" sibTransId="{D82AAE0E-12DE-4935-8132-E45939810152}"/>
    <dgm:cxn modelId="{A4ACB844-C141-455F-BCC1-B6FC200FF496}" type="presOf" srcId="{05E4BAD1-50F3-4BB7-9775-4F2889EFC06B}" destId="{FCDA08CF-44A5-423A-BFF5-B21E71BC9AE8}" srcOrd="0" destOrd="0" presId="urn:microsoft.com/office/officeart/2018/2/layout/IconVerticalSolidList"/>
    <dgm:cxn modelId="{157C6E65-BEAC-4B28-AC15-A2288D0BA9A9}" type="presOf" srcId="{818CD909-F1FB-4CAD-989F-5923977FF984}" destId="{661EC293-07C4-49B0-990E-791B0A78D75B}" srcOrd="0" destOrd="0" presId="urn:microsoft.com/office/officeart/2018/2/layout/IconVerticalSolidList"/>
    <dgm:cxn modelId="{BEB063A1-86CF-488A-8D47-D5BCCC9878E4}" type="presOf" srcId="{BF57D7B4-E50F-4772-9F31-C26BEC8E7F25}" destId="{239885CC-6DCE-40C7-B324-D719FEF7FA0F}" srcOrd="0" destOrd="0" presId="urn:microsoft.com/office/officeart/2018/2/layout/IconVerticalSolidList"/>
    <dgm:cxn modelId="{F80534BB-AAE5-4367-AE7A-C5E33933996A}" type="presOf" srcId="{32324F6F-0BD8-407D-AA20-EE51ABD4B727}" destId="{7AAEACF6-A290-49FE-8018-941D366D9B96}" srcOrd="0" destOrd="0" presId="urn:microsoft.com/office/officeart/2018/2/layout/IconVerticalSolidList"/>
    <dgm:cxn modelId="{B593CDD4-6F8A-4099-9972-854B12A6F25F}" srcId="{05E4BAD1-50F3-4BB7-9775-4F2889EFC06B}" destId="{5CA04849-B6B9-4EA9-ACF2-1B6821829D8A}" srcOrd="2" destOrd="0" parTransId="{1D135674-3D30-4E53-A05C-7AB02EAD0D1F}" sibTransId="{2D2A311F-26A4-410C-A77F-BC846049CB20}"/>
    <dgm:cxn modelId="{3B05A6DE-67CC-4310-AF25-344E41694AB0}" type="presOf" srcId="{A7EEBB30-393F-4C83-81DA-36D189CCF16B}" destId="{D9114727-DA35-44D9-A3EF-95CAF3DCB6DB}" srcOrd="0" destOrd="0" presId="urn:microsoft.com/office/officeart/2018/2/layout/IconVerticalSolidList"/>
    <dgm:cxn modelId="{9FAB4FE6-73EE-4540-BA30-6BC873D51E80}" type="presParOf" srcId="{FCDA08CF-44A5-423A-BFF5-B21E71BC9AE8}" destId="{4624B08A-0FC8-4F69-9184-A1B795CE62D5}" srcOrd="0" destOrd="0" presId="urn:microsoft.com/office/officeart/2018/2/layout/IconVerticalSolidList"/>
    <dgm:cxn modelId="{ED9E7B9F-E4E7-4AEE-AF52-DA5B82163916}" type="presParOf" srcId="{4624B08A-0FC8-4F69-9184-A1B795CE62D5}" destId="{673E6EA7-BD0C-4FF0-B982-E6FEA70FFA87}" srcOrd="0" destOrd="0" presId="urn:microsoft.com/office/officeart/2018/2/layout/IconVerticalSolidList"/>
    <dgm:cxn modelId="{2E6CE8E9-20DC-476D-A19B-9DB389AD2547}" type="presParOf" srcId="{4624B08A-0FC8-4F69-9184-A1B795CE62D5}" destId="{AA172D22-7EA2-4657-9411-6D7E7C9972D3}" srcOrd="1" destOrd="0" presId="urn:microsoft.com/office/officeart/2018/2/layout/IconVerticalSolidList"/>
    <dgm:cxn modelId="{661CAB43-D0DE-4ADD-ABAB-969E314BD972}" type="presParOf" srcId="{4624B08A-0FC8-4F69-9184-A1B795CE62D5}" destId="{7B8FF814-3602-464D-916F-8D797BDB7B2B}" srcOrd="2" destOrd="0" presId="urn:microsoft.com/office/officeart/2018/2/layout/IconVerticalSolidList"/>
    <dgm:cxn modelId="{BAB69652-2CE9-4483-BEE3-7BC43C50D23D}" type="presParOf" srcId="{4624B08A-0FC8-4F69-9184-A1B795CE62D5}" destId="{239885CC-6DCE-40C7-B324-D719FEF7FA0F}" srcOrd="3" destOrd="0" presId="urn:microsoft.com/office/officeart/2018/2/layout/IconVerticalSolidList"/>
    <dgm:cxn modelId="{C36AA36F-FD2C-47B6-9055-4568722A4BC3}" type="presParOf" srcId="{FCDA08CF-44A5-423A-BFF5-B21E71BC9AE8}" destId="{CC0C4912-7128-4689-BB67-B12ACF93DC2A}" srcOrd="1" destOrd="0" presId="urn:microsoft.com/office/officeart/2018/2/layout/IconVerticalSolidList"/>
    <dgm:cxn modelId="{9F87EF38-5D20-4924-8D33-4CC52A16FCCF}" type="presParOf" srcId="{FCDA08CF-44A5-423A-BFF5-B21E71BC9AE8}" destId="{BB14A50A-028D-4354-A1A2-A0585EF56850}" srcOrd="2" destOrd="0" presId="urn:microsoft.com/office/officeart/2018/2/layout/IconVerticalSolidList"/>
    <dgm:cxn modelId="{E06520FB-E0D7-46FC-BA2D-5F5FC8EB7B33}" type="presParOf" srcId="{BB14A50A-028D-4354-A1A2-A0585EF56850}" destId="{94E47E3C-E7C9-4333-887D-9AD4518406D7}" srcOrd="0" destOrd="0" presId="urn:microsoft.com/office/officeart/2018/2/layout/IconVerticalSolidList"/>
    <dgm:cxn modelId="{F43B0322-EB8B-45F7-AB15-4473CA00416E}" type="presParOf" srcId="{BB14A50A-028D-4354-A1A2-A0585EF56850}" destId="{0784B776-628E-44FE-B9D7-98A8121C5A1A}" srcOrd="1" destOrd="0" presId="urn:microsoft.com/office/officeart/2018/2/layout/IconVerticalSolidList"/>
    <dgm:cxn modelId="{63F04045-598B-432D-ADB6-B3C28A6D7390}" type="presParOf" srcId="{BB14A50A-028D-4354-A1A2-A0585EF56850}" destId="{FACB90DC-4AD1-4FBC-B8B8-8E1B1A0B111D}" srcOrd="2" destOrd="0" presId="urn:microsoft.com/office/officeart/2018/2/layout/IconVerticalSolidList"/>
    <dgm:cxn modelId="{8B3422E9-E632-464A-9393-0426EC3D408A}" type="presParOf" srcId="{BB14A50A-028D-4354-A1A2-A0585EF56850}" destId="{7AAEACF6-A290-49FE-8018-941D366D9B96}" srcOrd="3" destOrd="0" presId="urn:microsoft.com/office/officeart/2018/2/layout/IconVerticalSolidList"/>
    <dgm:cxn modelId="{78D64028-26FC-41D1-A87B-A43FE3E14171}" type="presParOf" srcId="{FCDA08CF-44A5-423A-BFF5-B21E71BC9AE8}" destId="{48DB79E8-DF9A-4134-8909-DA782D445077}" srcOrd="3" destOrd="0" presId="urn:microsoft.com/office/officeart/2018/2/layout/IconVerticalSolidList"/>
    <dgm:cxn modelId="{A7C4B2F6-261A-43FF-B70D-4C1FF75A98EE}" type="presParOf" srcId="{FCDA08CF-44A5-423A-BFF5-B21E71BC9AE8}" destId="{81FE05B3-3BA3-4789-9C30-9B217642A287}" srcOrd="4" destOrd="0" presId="urn:microsoft.com/office/officeart/2018/2/layout/IconVerticalSolidList"/>
    <dgm:cxn modelId="{8F6B48F3-EEEB-40B3-8F5C-8801AD250F77}" type="presParOf" srcId="{81FE05B3-3BA3-4789-9C30-9B217642A287}" destId="{54D13649-6D0F-463A-90FE-CC000FFD1CC8}" srcOrd="0" destOrd="0" presId="urn:microsoft.com/office/officeart/2018/2/layout/IconVerticalSolidList"/>
    <dgm:cxn modelId="{609310D5-3DDD-4C0F-8D07-0456F42455C3}" type="presParOf" srcId="{81FE05B3-3BA3-4789-9C30-9B217642A287}" destId="{C6BFAE12-071C-4E3D-9E8A-80A2FE6ADE52}" srcOrd="1" destOrd="0" presId="urn:microsoft.com/office/officeart/2018/2/layout/IconVerticalSolidList"/>
    <dgm:cxn modelId="{F946AA11-A246-49C7-AB1A-AD50B3B74E27}" type="presParOf" srcId="{81FE05B3-3BA3-4789-9C30-9B217642A287}" destId="{4CF9CECE-B5DA-4C67-9CC9-5DF9D908DF1B}" srcOrd="2" destOrd="0" presId="urn:microsoft.com/office/officeart/2018/2/layout/IconVerticalSolidList"/>
    <dgm:cxn modelId="{FAB421BA-0E36-4ACE-A164-CBF52E5E2CE1}" type="presParOf" srcId="{81FE05B3-3BA3-4789-9C30-9B217642A287}" destId="{044A0B12-1843-45C5-AB17-089DF2237B3C}" srcOrd="3" destOrd="0" presId="urn:microsoft.com/office/officeart/2018/2/layout/IconVerticalSolidList"/>
    <dgm:cxn modelId="{6691D672-E632-4332-9650-7CBB30D9ACBB}" type="presParOf" srcId="{FCDA08CF-44A5-423A-BFF5-B21E71BC9AE8}" destId="{180B8C1B-ED5F-48B9-9AC9-2C4324B5D9BD}" srcOrd="5" destOrd="0" presId="urn:microsoft.com/office/officeart/2018/2/layout/IconVerticalSolidList"/>
    <dgm:cxn modelId="{BBA3FB46-14BB-437C-B4CD-03A744DAC8A7}" type="presParOf" srcId="{FCDA08CF-44A5-423A-BFF5-B21E71BC9AE8}" destId="{A6D6C660-76BB-48AE-842A-01DAF9445279}" srcOrd="6" destOrd="0" presId="urn:microsoft.com/office/officeart/2018/2/layout/IconVerticalSolidList"/>
    <dgm:cxn modelId="{A8A5E246-2B1F-4A0C-B416-C584988816E2}" type="presParOf" srcId="{A6D6C660-76BB-48AE-842A-01DAF9445279}" destId="{B46C3609-8411-4A38-A79B-1807524D70C5}" srcOrd="0" destOrd="0" presId="urn:microsoft.com/office/officeart/2018/2/layout/IconVerticalSolidList"/>
    <dgm:cxn modelId="{D491A00D-40AF-44DF-92B3-4E23605B5F47}" type="presParOf" srcId="{A6D6C660-76BB-48AE-842A-01DAF9445279}" destId="{0C0033D3-6426-4943-909A-EA790E812C94}" srcOrd="1" destOrd="0" presId="urn:microsoft.com/office/officeart/2018/2/layout/IconVerticalSolidList"/>
    <dgm:cxn modelId="{5101054D-3340-4B76-B005-49259946C678}" type="presParOf" srcId="{A6D6C660-76BB-48AE-842A-01DAF9445279}" destId="{70B4D7BE-2FB2-48ED-AFC0-ED65E95B6A38}" srcOrd="2" destOrd="0" presId="urn:microsoft.com/office/officeart/2018/2/layout/IconVerticalSolidList"/>
    <dgm:cxn modelId="{FF8358FB-6827-4696-94F3-976F1234130F}" type="presParOf" srcId="{A6D6C660-76BB-48AE-842A-01DAF9445279}" destId="{D9114727-DA35-44D9-A3EF-95CAF3DCB6DB}" srcOrd="3" destOrd="0" presId="urn:microsoft.com/office/officeart/2018/2/layout/IconVerticalSolidList"/>
    <dgm:cxn modelId="{7CB87299-1752-4C77-86DB-F1D851584EE4}" type="presParOf" srcId="{FCDA08CF-44A5-423A-BFF5-B21E71BC9AE8}" destId="{AC8AD5F7-0325-43EA-B1E6-330EBA65C636}" srcOrd="7" destOrd="0" presId="urn:microsoft.com/office/officeart/2018/2/layout/IconVerticalSolidList"/>
    <dgm:cxn modelId="{F6616CE2-AC3C-49D7-A005-2421CEC8D349}" type="presParOf" srcId="{FCDA08CF-44A5-423A-BFF5-B21E71BC9AE8}" destId="{280335DC-955B-4D05-8CD0-10379B57F6A0}" srcOrd="8" destOrd="0" presId="urn:microsoft.com/office/officeart/2018/2/layout/IconVerticalSolidList"/>
    <dgm:cxn modelId="{1D4EE1D4-09F8-4148-BD05-1BE7BC8A2DBE}" type="presParOf" srcId="{280335DC-955B-4D05-8CD0-10379B57F6A0}" destId="{2E670427-EE2D-4AF9-B309-7BCE5DACEA18}" srcOrd="0" destOrd="0" presId="urn:microsoft.com/office/officeart/2018/2/layout/IconVerticalSolidList"/>
    <dgm:cxn modelId="{12F848F5-98EE-4BE0-A23E-5DEAAEA12148}" type="presParOf" srcId="{280335DC-955B-4D05-8CD0-10379B57F6A0}" destId="{EAA7492E-C50C-498C-8F9C-DFAEA514F084}" srcOrd="1" destOrd="0" presId="urn:microsoft.com/office/officeart/2018/2/layout/IconVerticalSolidList"/>
    <dgm:cxn modelId="{87292031-BEEF-4B06-8933-CE21F9886A81}" type="presParOf" srcId="{280335DC-955B-4D05-8CD0-10379B57F6A0}" destId="{55497421-184B-49D8-8846-E44135F187A1}" srcOrd="2" destOrd="0" presId="urn:microsoft.com/office/officeart/2018/2/layout/IconVerticalSolidList"/>
    <dgm:cxn modelId="{3603E29F-1234-4F10-9254-337315B6F5FD}" type="presParOf" srcId="{280335DC-955B-4D05-8CD0-10379B57F6A0}" destId="{661EC293-07C4-49B0-990E-791B0A78D75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8E953F-71EB-499D-A3C2-325204133C43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1E12FDE-399F-4DD6-8DD1-E6378A669186}">
      <dgm:prSet/>
      <dgm:spPr/>
      <dgm:t>
        <a:bodyPr/>
        <a:lstStyle/>
        <a:p>
          <a:r>
            <a:rPr lang="en-US"/>
            <a:t>Traffic accidents are a major public safety issue with significant injuries and fatalities.</a:t>
          </a:r>
        </a:p>
      </dgm:t>
    </dgm:pt>
    <dgm:pt modelId="{70F45AD4-9173-43B3-987E-85C6DE42AEA4}" type="parTrans" cxnId="{096CC59C-FD40-4C2D-A66D-BCBFB70C9A67}">
      <dgm:prSet/>
      <dgm:spPr/>
      <dgm:t>
        <a:bodyPr/>
        <a:lstStyle/>
        <a:p>
          <a:endParaRPr lang="en-US"/>
        </a:p>
      </dgm:t>
    </dgm:pt>
    <dgm:pt modelId="{30FA3AB4-218B-4A98-82A4-E3122EBD7F5E}" type="sibTrans" cxnId="{096CC59C-FD40-4C2D-A66D-BCBFB70C9A67}">
      <dgm:prSet/>
      <dgm:spPr/>
      <dgm:t>
        <a:bodyPr/>
        <a:lstStyle/>
        <a:p>
          <a:endParaRPr lang="en-US"/>
        </a:p>
      </dgm:t>
    </dgm:pt>
    <dgm:pt modelId="{922DE174-44EC-4D95-9DFA-7B6D1CB4AB47}">
      <dgm:prSet/>
      <dgm:spPr/>
      <dgm:t>
        <a:bodyPr/>
        <a:lstStyle/>
        <a:p>
          <a:r>
            <a:rPr lang="en-US"/>
            <a:t>Understanding contributing factors can inform policy, road safety, and emergency response.</a:t>
          </a:r>
        </a:p>
      </dgm:t>
    </dgm:pt>
    <dgm:pt modelId="{5BF94A32-F201-4B35-8EBE-9F76234BF09C}" type="parTrans" cxnId="{5198E77B-F847-41DD-801C-9213D0726D66}">
      <dgm:prSet/>
      <dgm:spPr/>
      <dgm:t>
        <a:bodyPr/>
        <a:lstStyle/>
        <a:p>
          <a:endParaRPr lang="en-US"/>
        </a:p>
      </dgm:t>
    </dgm:pt>
    <dgm:pt modelId="{364DA240-0976-4CDA-ADB3-B7B611F66E57}" type="sibTrans" cxnId="{5198E77B-F847-41DD-801C-9213D0726D66}">
      <dgm:prSet/>
      <dgm:spPr/>
      <dgm:t>
        <a:bodyPr/>
        <a:lstStyle/>
        <a:p>
          <a:endParaRPr lang="en-US"/>
        </a:p>
      </dgm:t>
    </dgm:pt>
    <dgm:pt modelId="{F9F59310-B9C4-45D7-BBC3-19ED37C8BC41}">
      <dgm:prSet/>
      <dgm:spPr/>
      <dgm:t>
        <a:bodyPr/>
        <a:lstStyle/>
        <a:p>
          <a:r>
            <a:rPr lang="en-US"/>
            <a:t>Objective: Predict severity based on weather, time of day, and location/road factors.</a:t>
          </a:r>
        </a:p>
      </dgm:t>
    </dgm:pt>
    <dgm:pt modelId="{EE0C9A2E-F97E-427C-B704-3E6BB7653473}" type="parTrans" cxnId="{1D878ED3-036E-466C-BDAA-179BF4B18052}">
      <dgm:prSet/>
      <dgm:spPr/>
      <dgm:t>
        <a:bodyPr/>
        <a:lstStyle/>
        <a:p>
          <a:endParaRPr lang="en-US"/>
        </a:p>
      </dgm:t>
    </dgm:pt>
    <dgm:pt modelId="{634EAF5D-A5F0-489A-91F9-5DACEFDD4D4C}" type="sibTrans" cxnId="{1D878ED3-036E-466C-BDAA-179BF4B18052}">
      <dgm:prSet/>
      <dgm:spPr/>
      <dgm:t>
        <a:bodyPr/>
        <a:lstStyle/>
        <a:p>
          <a:endParaRPr lang="en-US"/>
        </a:p>
      </dgm:t>
    </dgm:pt>
    <dgm:pt modelId="{7A7439D1-7D06-4DAC-B56F-27DBAA6E2CFE}">
      <dgm:prSet/>
      <dgm:spPr/>
      <dgm:t>
        <a:bodyPr/>
        <a:lstStyle/>
        <a:p>
          <a:r>
            <a:rPr lang="en-US"/>
            <a:t>Target variable: Severity (categorical levels 1–4).</a:t>
          </a:r>
        </a:p>
      </dgm:t>
    </dgm:pt>
    <dgm:pt modelId="{BC9C758F-C078-4944-A313-C945B464C41C}" type="parTrans" cxnId="{CFCD3253-EF06-433F-B5E6-630EC1CFB1C1}">
      <dgm:prSet/>
      <dgm:spPr/>
      <dgm:t>
        <a:bodyPr/>
        <a:lstStyle/>
        <a:p>
          <a:endParaRPr lang="en-US"/>
        </a:p>
      </dgm:t>
    </dgm:pt>
    <dgm:pt modelId="{2BA9832A-4C16-4AEB-A7ED-DBFEC03B261C}" type="sibTrans" cxnId="{CFCD3253-EF06-433F-B5E6-630EC1CFB1C1}">
      <dgm:prSet/>
      <dgm:spPr/>
      <dgm:t>
        <a:bodyPr/>
        <a:lstStyle/>
        <a:p>
          <a:endParaRPr lang="en-US"/>
        </a:p>
      </dgm:t>
    </dgm:pt>
    <dgm:pt modelId="{66ADA6C1-8ECC-43C9-8A2D-FC5F53DEA8DF}" type="pres">
      <dgm:prSet presAssocID="{A48E953F-71EB-499D-A3C2-325204133C43}" presName="outerComposite" presStyleCnt="0">
        <dgm:presLayoutVars>
          <dgm:chMax val="5"/>
          <dgm:dir/>
          <dgm:resizeHandles val="exact"/>
        </dgm:presLayoutVars>
      </dgm:prSet>
      <dgm:spPr/>
    </dgm:pt>
    <dgm:pt modelId="{7B83B4EE-9410-4D0B-8EB3-1BAD97C8A0C4}" type="pres">
      <dgm:prSet presAssocID="{A48E953F-71EB-499D-A3C2-325204133C43}" presName="dummyMaxCanvas" presStyleCnt="0">
        <dgm:presLayoutVars/>
      </dgm:prSet>
      <dgm:spPr/>
    </dgm:pt>
    <dgm:pt modelId="{7C4B73B6-96AF-412B-A81C-15AD5D62618F}" type="pres">
      <dgm:prSet presAssocID="{A48E953F-71EB-499D-A3C2-325204133C43}" presName="FourNodes_1" presStyleLbl="node1" presStyleIdx="0" presStyleCnt="4">
        <dgm:presLayoutVars>
          <dgm:bulletEnabled val="1"/>
        </dgm:presLayoutVars>
      </dgm:prSet>
      <dgm:spPr/>
    </dgm:pt>
    <dgm:pt modelId="{2DB7EA91-8B83-48EB-8B8B-C05B00613DDA}" type="pres">
      <dgm:prSet presAssocID="{A48E953F-71EB-499D-A3C2-325204133C43}" presName="FourNodes_2" presStyleLbl="node1" presStyleIdx="1" presStyleCnt="4">
        <dgm:presLayoutVars>
          <dgm:bulletEnabled val="1"/>
        </dgm:presLayoutVars>
      </dgm:prSet>
      <dgm:spPr/>
    </dgm:pt>
    <dgm:pt modelId="{AEF10945-8454-4056-BC8F-9845DC91F55D}" type="pres">
      <dgm:prSet presAssocID="{A48E953F-71EB-499D-A3C2-325204133C43}" presName="FourNodes_3" presStyleLbl="node1" presStyleIdx="2" presStyleCnt="4">
        <dgm:presLayoutVars>
          <dgm:bulletEnabled val="1"/>
        </dgm:presLayoutVars>
      </dgm:prSet>
      <dgm:spPr/>
    </dgm:pt>
    <dgm:pt modelId="{38AB0D05-A84F-443B-8C6A-5E5935BC2B18}" type="pres">
      <dgm:prSet presAssocID="{A48E953F-71EB-499D-A3C2-325204133C43}" presName="FourNodes_4" presStyleLbl="node1" presStyleIdx="3" presStyleCnt="4">
        <dgm:presLayoutVars>
          <dgm:bulletEnabled val="1"/>
        </dgm:presLayoutVars>
      </dgm:prSet>
      <dgm:spPr/>
    </dgm:pt>
    <dgm:pt modelId="{7D7C4469-FAEB-4B05-A8BC-2CD0606865A8}" type="pres">
      <dgm:prSet presAssocID="{A48E953F-71EB-499D-A3C2-325204133C43}" presName="FourConn_1-2" presStyleLbl="fgAccFollowNode1" presStyleIdx="0" presStyleCnt="3">
        <dgm:presLayoutVars>
          <dgm:bulletEnabled val="1"/>
        </dgm:presLayoutVars>
      </dgm:prSet>
      <dgm:spPr/>
    </dgm:pt>
    <dgm:pt modelId="{702FC3B0-4A94-40C8-B393-012CDC11080E}" type="pres">
      <dgm:prSet presAssocID="{A48E953F-71EB-499D-A3C2-325204133C43}" presName="FourConn_2-3" presStyleLbl="fgAccFollowNode1" presStyleIdx="1" presStyleCnt="3">
        <dgm:presLayoutVars>
          <dgm:bulletEnabled val="1"/>
        </dgm:presLayoutVars>
      </dgm:prSet>
      <dgm:spPr/>
    </dgm:pt>
    <dgm:pt modelId="{988C5955-39D4-411E-ADA7-A0BC0EC98406}" type="pres">
      <dgm:prSet presAssocID="{A48E953F-71EB-499D-A3C2-325204133C43}" presName="FourConn_3-4" presStyleLbl="fgAccFollowNode1" presStyleIdx="2" presStyleCnt="3">
        <dgm:presLayoutVars>
          <dgm:bulletEnabled val="1"/>
        </dgm:presLayoutVars>
      </dgm:prSet>
      <dgm:spPr/>
    </dgm:pt>
    <dgm:pt modelId="{9836C917-D878-4BE9-B311-72A92CA20069}" type="pres">
      <dgm:prSet presAssocID="{A48E953F-71EB-499D-A3C2-325204133C43}" presName="FourNodes_1_text" presStyleLbl="node1" presStyleIdx="3" presStyleCnt="4">
        <dgm:presLayoutVars>
          <dgm:bulletEnabled val="1"/>
        </dgm:presLayoutVars>
      </dgm:prSet>
      <dgm:spPr/>
    </dgm:pt>
    <dgm:pt modelId="{19437F23-1803-4622-AC08-CEE473E96712}" type="pres">
      <dgm:prSet presAssocID="{A48E953F-71EB-499D-A3C2-325204133C43}" presName="FourNodes_2_text" presStyleLbl="node1" presStyleIdx="3" presStyleCnt="4">
        <dgm:presLayoutVars>
          <dgm:bulletEnabled val="1"/>
        </dgm:presLayoutVars>
      </dgm:prSet>
      <dgm:spPr/>
    </dgm:pt>
    <dgm:pt modelId="{936FDDF0-3658-4D67-AA56-02BCB2FE9224}" type="pres">
      <dgm:prSet presAssocID="{A48E953F-71EB-499D-A3C2-325204133C43}" presName="FourNodes_3_text" presStyleLbl="node1" presStyleIdx="3" presStyleCnt="4">
        <dgm:presLayoutVars>
          <dgm:bulletEnabled val="1"/>
        </dgm:presLayoutVars>
      </dgm:prSet>
      <dgm:spPr/>
    </dgm:pt>
    <dgm:pt modelId="{1BAEB9E6-0BC7-4F9C-BB2A-FF6C2B7E6F9F}" type="pres">
      <dgm:prSet presAssocID="{A48E953F-71EB-499D-A3C2-325204133C43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ADD55B16-0A1D-40A8-BB1C-2D85AC4D6AA6}" type="presOf" srcId="{F9F59310-B9C4-45D7-BBC3-19ED37C8BC41}" destId="{AEF10945-8454-4056-BC8F-9845DC91F55D}" srcOrd="0" destOrd="0" presId="urn:microsoft.com/office/officeart/2005/8/layout/vProcess5"/>
    <dgm:cxn modelId="{CC6AB567-17D5-447C-B263-2466CF80AE54}" type="presOf" srcId="{D1E12FDE-399F-4DD6-8DD1-E6378A669186}" destId="{9836C917-D878-4BE9-B311-72A92CA20069}" srcOrd="1" destOrd="0" presId="urn:microsoft.com/office/officeart/2005/8/layout/vProcess5"/>
    <dgm:cxn modelId="{42E4476A-DE92-4065-9DD4-69D90844AF32}" type="presOf" srcId="{634EAF5D-A5F0-489A-91F9-5DACEFDD4D4C}" destId="{988C5955-39D4-411E-ADA7-A0BC0EC98406}" srcOrd="0" destOrd="0" presId="urn:microsoft.com/office/officeart/2005/8/layout/vProcess5"/>
    <dgm:cxn modelId="{CFCD3253-EF06-433F-B5E6-630EC1CFB1C1}" srcId="{A48E953F-71EB-499D-A3C2-325204133C43}" destId="{7A7439D1-7D06-4DAC-B56F-27DBAA6E2CFE}" srcOrd="3" destOrd="0" parTransId="{BC9C758F-C078-4944-A313-C945B464C41C}" sibTransId="{2BA9832A-4C16-4AEB-A7ED-DBFEC03B261C}"/>
    <dgm:cxn modelId="{5198E77B-F847-41DD-801C-9213D0726D66}" srcId="{A48E953F-71EB-499D-A3C2-325204133C43}" destId="{922DE174-44EC-4D95-9DFA-7B6D1CB4AB47}" srcOrd="1" destOrd="0" parTransId="{5BF94A32-F201-4B35-8EBE-9F76234BF09C}" sibTransId="{364DA240-0976-4CDA-ADB3-B7B611F66E57}"/>
    <dgm:cxn modelId="{2ABFD67F-44C2-4220-A60F-C917AB9672F9}" type="presOf" srcId="{922DE174-44EC-4D95-9DFA-7B6D1CB4AB47}" destId="{2DB7EA91-8B83-48EB-8B8B-C05B00613DDA}" srcOrd="0" destOrd="0" presId="urn:microsoft.com/office/officeart/2005/8/layout/vProcess5"/>
    <dgm:cxn modelId="{741ACE93-AE6E-4828-89F5-DB9B8D91A454}" type="presOf" srcId="{D1E12FDE-399F-4DD6-8DD1-E6378A669186}" destId="{7C4B73B6-96AF-412B-A81C-15AD5D62618F}" srcOrd="0" destOrd="0" presId="urn:microsoft.com/office/officeart/2005/8/layout/vProcess5"/>
    <dgm:cxn modelId="{D3F1AB99-2662-4941-A3FF-4D9018A52954}" type="presOf" srcId="{30FA3AB4-218B-4A98-82A4-E3122EBD7F5E}" destId="{7D7C4469-FAEB-4B05-A8BC-2CD0606865A8}" srcOrd="0" destOrd="0" presId="urn:microsoft.com/office/officeart/2005/8/layout/vProcess5"/>
    <dgm:cxn modelId="{096CC59C-FD40-4C2D-A66D-BCBFB70C9A67}" srcId="{A48E953F-71EB-499D-A3C2-325204133C43}" destId="{D1E12FDE-399F-4DD6-8DD1-E6378A669186}" srcOrd="0" destOrd="0" parTransId="{70F45AD4-9173-43B3-987E-85C6DE42AEA4}" sibTransId="{30FA3AB4-218B-4A98-82A4-E3122EBD7F5E}"/>
    <dgm:cxn modelId="{E304D3A2-5C4F-4221-AC9B-1C07FDB44751}" type="presOf" srcId="{922DE174-44EC-4D95-9DFA-7B6D1CB4AB47}" destId="{19437F23-1803-4622-AC08-CEE473E96712}" srcOrd="1" destOrd="0" presId="urn:microsoft.com/office/officeart/2005/8/layout/vProcess5"/>
    <dgm:cxn modelId="{4FB4AEA9-3471-4E54-9FC8-4A4EDFD1C34C}" type="presOf" srcId="{F9F59310-B9C4-45D7-BBC3-19ED37C8BC41}" destId="{936FDDF0-3658-4D67-AA56-02BCB2FE9224}" srcOrd="1" destOrd="0" presId="urn:microsoft.com/office/officeart/2005/8/layout/vProcess5"/>
    <dgm:cxn modelId="{BF09CFB3-5E38-4B70-8317-1487C116834F}" type="presOf" srcId="{A48E953F-71EB-499D-A3C2-325204133C43}" destId="{66ADA6C1-8ECC-43C9-8A2D-FC5F53DEA8DF}" srcOrd="0" destOrd="0" presId="urn:microsoft.com/office/officeart/2005/8/layout/vProcess5"/>
    <dgm:cxn modelId="{7AE097CF-A9EB-45E2-BCE0-A8C0D40E4B1E}" type="presOf" srcId="{364DA240-0976-4CDA-ADB3-B7B611F66E57}" destId="{702FC3B0-4A94-40C8-B393-012CDC11080E}" srcOrd="0" destOrd="0" presId="urn:microsoft.com/office/officeart/2005/8/layout/vProcess5"/>
    <dgm:cxn modelId="{1D878ED3-036E-466C-BDAA-179BF4B18052}" srcId="{A48E953F-71EB-499D-A3C2-325204133C43}" destId="{F9F59310-B9C4-45D7-BBC3-19ED37C8BC41}" srcOrd="2" destOrd="0" parTransId="{EE0C9A2E-F97E-427C-B704-3E6BB7653473}" sibTransId="{634EAF5D-A5F0-489A-91F9-5DACEFDD4D4C}"/>
    <dgm:cxn modelId="{B51D42D7-4824-47E1-8F37-92F54508B25A}" type="presOf" srcId="{7A7439D1-7D06-4DAC-B56F-27DBAA6E2CFE}" destId="{1BAEB9E6-0BC7-4F9C-BB2A-FF6C2B7E6F9F}" srcOrd="1" destOrd="0" presId="urn:microsoft.com/office/officeart/2005/8/layout/vProcess5"/>
    <dgm:cxn modelId="{42A7C2DD-D987-4DAF-9E9E-2F1F4DFD19A4}" type="presOf" srcId="{7A7439D1-7D06-4DAC-B56F-27DBAA6E2CFE}" destId="{38AB0D05-A84F-443B-8C6A-5E5935BC2B18}" srcOrd="0" destOrd="0" presId="urn:microsoft.com/office/officeart/2005/8/layout/vProcess5"/>
    <dgm:cxn modelId="{7E2C081A-1DF2-4F75-9CE6-7BD0E7DD4DD6}" type="presParOf" srcId="{66ADA6C1-8ECC-43C9-8A2D-FC5F53DEA8DF}" destId="{7B83B4EE-9410-4D0B-8EB3-1BAD97C8A0C4}" srcOrd="0" destOrd="0" presId="urn:microsoft.com/office/officeart/2005/8/layout/vProcess5"/>
    <dgm:cxn modelId="{C10F39E1-CC9F-4131-BCE7-F92396C80BB0}" type="presParOf" srcId="{66ADA6C1-8ECC-43C9-8A2D-FC5F53DEA8DF}" destId="{7C4B73B6-96AF-412B-A81C-15AD5D62618F}" srcOrd="1" destOrd="0" presId="urn:microsoft.com/office/officeart/2005/8/layout/vProcess5"/>
    <dgm:cxn modelId="{CF9E62E3-DE67-4445-8EAF-AFA8C1E7D07C}" type="presParOf" srcId="{66ADA6C1-8ECC-43C9-8A2D-FC5F53DEA8DF}" destId="{2DB7EA91-8B83-48EB-8B8B-C05B00613DDA}" srcOrd="2" destOrd="0" presId="urn:microsoft.com/office/officeart/2005/8/layout/vProcess5"/>
    <dgm:cxn modelId="{EC2893D2-266D-455A-94D9-00E1DC5604FE}" type="presParOf" srcId="{66ADA6C1-8ECC-43C9-8A2D-FC5F53DEA8DF}" destId="{AEF10945-8454-4056-BC8F-9845DC91F55D}" srcOrd="3" destOrd="0" presId="urn:microsoft.com/office/officeart/2005/8/layout/vProcess5"/>
    <dgm:cxn modelId="{5EDFBBC2-8E8A-46AF-8F74-828BF9EE264F}" type="presParOf" srcId="{66ADA6C1-8ECC-43C9-8A2D-FC5F53DEA8DF}" destId="{38AB0D05-A84F-443B-8C6A-5E5935BC2B18}" srcOrd="4" destOrd="0" presId="urn:microsoft.com/office/officeart/2005/8/layout/vProcess5"/>
    <dgm:cxn modelId="{CB6CD1B0-71C7-49B5-94FA-4DD025D2F649}" type="presParOf" srcId="{66ADA6C1-8ECC-43C9-8A2D-FC5F53DEA8DF}" destId="{7D7C4469-FAEB-4B05-A8BC-2CD0606865A8}" srcOrd="5" destOrd="0" presId="urn:microsoft.com/office/officeart/2005/8/layout/vProcess5"/>
    <dgm:cxn modelId="{47CC270F-B90E-4694-BCA7-713BCD17F3F2}" type="presParOf" srcId="{66ADA6C1-8ECC-43C9-8A2D-FC5F53DEA8DF}" destId="{702FC3B0-4A94-40C8-B393-012CDC11080E}" srcOrd="6" destOrd="0" presId="urn:microsoft.com/office/officeart/2005/8/layout/vProcess5"/>
    <dgm:cxn modelId="{FE8A1C61-0920-49C4-8386-789A7AE3BE89}" type="presParOf" srcId="{66ADA6C1-8ECC-43C9-8A2D-FC5F53DEA8DF}" destId="{988C5955-39D4-411E-ADA7-A0BC0EC98406}" srcOrd="7" destOrd="0" presId="urn:microsoft.com/office/officeart/2005/8/layout/vProcess5"/>
    <dgm:cxn modelId="{5DD60D6F-5B0F-495B-81EB-7E6C04DAB121}" type="presParOf" srcId="{66ADA6C1-8ECC-43C9-8A2D-FC5F53DEA8DF}" destId="{9836C917-D878-4BE9-B311-72A92CA20069}" srcOrd="8" destOrd="0" presId="urn:microsoft.com/office/officeart/2005/8/layout/vProcess5"/>
    <dgm:cxn modelId="{9FF99C9E-2D52-4D41-97A4-8161736F4583}" type="presParOf" srcId="{66ADA6C1-8ECC-43C9-8A2D-FC5F53DEA8DF}" destId="{19437F23-1803-4622-AC08-CEE473E96712}" srcOrd="9" destOrd="0" presId="urn:microsoft.com/office/officeart/2005/8/layout/vProcess5"/>
    <dgm:cxn modelId="{D9D1D5E1-57E5-49F5-9ECD-902C6906CDA8}" type="presParOf" srcId="{66ADA6C1-8ECC-43C9-8A2D-FC5F53DEA8DF}" destId="{936FDDF0-3658-4D67-AA56-02BCB2FE9224}" srcOrd="10" destOrd="0" presId="urn:microsoft.com/office/officeart/2005/8/layout/vProcess5"/>
    <dgm:cxn modelId="{8572DCCB-61B4-4DCC-ABF1-F89F6F38B4FE}" type="presParOf" srcId="{66ADA6C1-8ECC-43C9-8A2D-FC5F53DEA8DF}" destId="{1BAEB9E6-0BC7-4F9C-BB2A-FF6C2B7E6F9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532CA75-91C0-4082-B9C1-24DF2C7ED12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00BE075-AFA6-4FD8-83DF-6225BCE821F9}">
      <dgm:prSet/>
      <dgm:spPr/>
      <dgm:t>
        <a:bodyPr/>
        <a:lstStyle/>
        <a:p>
          <a:r>
            <a:rPr lang="en-US"/>
            <a:t>Source: U.S. Department of Transportation–related portals and Kaggle U.S. Accidents dataset.</a:t>
          </a:r>
        </a:p>
      </dgm:t>
    </dgm:pt>
    <dgm:pt modelId="{E4490037-A112-4169-9249-FB8C61E9E742}" type="parTrans" cxnId="{B6474FD5-3CF2-45B0-B482-A42B3DF053FC}">
      <dgm:prSet/>
      <dgm:spPr/>
      <dgm:t>
        <a:bodyPr/>
        <a:lstStyle/>
        <a:p>
          <a:endParaRPr lang="en-US"/>
        </a:p>
      </dgm:t>
    </dgm:pt>
    <dgm:pt modelId="{7B4DC968-0F37-4B73-8740-5E29175FD87D}" type="sibTrans" cxnId="{B6474FD5-3CF2-45B0-B482-A42B3DF053FC}">
      <dgm:prSet/>
      <dgm:spPr/>
      <dgm:t>
        <a:bodyPr/>
        <a:lstStyle/>
        <a:p>
          <a:endParaRPr lang="en-US"/>
        </a:p>
      </dgm:t>
    </dgm:pt>
    <dgm:pt modelId="{0ED1FF24-4B3E-4A77-A3A0-8DEAFFA89123}">
      <dgm:prSet/>
      <dgm:spPr/>
      <dgm:t>
        <a:bodyPr/>
        <a:lstStyle/>
        <a:p>
          <a:r>
            <a:rPr lang="en-US"/>
            <a:t>Typical fields: Date/time, city/state/coordinates, weather conditions, road &amp; traffic indicators.</a:t>
          </a:r>
        </a:p>
      </dgm:t>
    </dgm:pt>
    <dgm:pt modelId="{34B83D43-9A73-4484-9D03-836D61A6852C}" type="parTrans" cxnId="{FC4175F4-EAA3-48B2-9B4B-17BEBC2623D0}">
      <dgm:prSet/>
      <dgm:spPr/>
      <dgm:t>
        <a:bodyPr/>
        <a:lstStyle/>
        <a:p>
          <a:endParaRPr lang="en-US"/>
        </a:p>
      </dgm:t>
    </dgm:pt>
    <dgm:pt modelId="{11EBEA05-AF1C-414F-B77C-4FCE0369AF7D}" type="sibTrans" cxnId="{FC4175F4-EAA3-48B2-9B4B-17BEBC2623D0}">
      <dgm:prSet/>
      <dgm:spPr/>
      <dgm:t>
        <a:bodyPr/>
        <a:lstStyle/>
        <a:p>
          <a:endParaRPr lang="en-US"/>
        </a:p>
      </dgm:t>
    </dgm:pt>
    <dgm:pt modelId="{83C0CD2E-1C0B-4F49-935B-E426548F697C}">
      <dgm:prSet/>
      <dgm:spPr/>
      <dgm:t>
        <a:bodyPr/>
        <a:lstStyle/>
        <a:p>
          <a:r>
            <a:rPr lang="en-US"/>
            <a:t>Task: Classification to predict Severity (1–4).</a:t>
          </a:r>
        </a:p>
      </dgm:t>
    </dgm:pt>
    <dgm:pt modelId="{645C7B8C-399E-458A-BF6F-B15AD13DAECF}" type="parTrans" cxnId="{31E33825-7F1E-435C-83D1-B9CD3D580502}">
      <dgm:prSet/>
      <dgm:spPr/>
      <dgm:t>
        <a:bodyPr/>
        <a:lstStyle/>
        <a:p>
          <a:endParaRPr lang="en-US"/>
        </a:p>
      </dgm:t>
    </dgm:pt>
    <dgm:pt modelId="{B2E268E1-C65B-4C99-9D46-EF90EF0FE5CF}" type="sibTrans" cxnId="{31E33825-7F1E-435C-83D1-B9CD3D580502}">
      <dgm:prSet/>
      <dgm:spPr/>
      <dgm:t>
        <a:bodyPr/>
        <a:lstStyle/>
        <a:p>
          <a:endParaRPr lang="en-US"/>
        </a:p>
      </dgm:t>
    </dgm:pt>
    <dgm:pt modelId="{0B56C437-9886-4835-9A17-A15F83BE7D3B}">
      <dgm:prSet/>
      <dgm:spPr/>
      <dgm:t>
        <a:bodyPr/>
        <a:lstStyle/>
        <a:p>
          <a:r>
            <a:rPr lang="en-US"/>
            <a:t>Key challenges: Large, high-dimensional data with missing values and class imbalance.</a:t>
          </a:r>
        </a:p>
      </dgm:t>
    </dgm:pt>
    <dgm:pt modelId="{F5CCCF42-8105-44E2-9EFE-833772B7796C}" type="parTrans" cxnId="{87651551-F360-4F3E-91F7-94A574379B31}">
      <dgm:prSet/>
      <dgm:spPr/>
      <dgm:t>
        <a:bodyPr/>
        <a:lstStyle/>
        <a:p>
          <a:endParaRPr lang="en-US"/>
        </a:p>
      </dgm:t>
    </dgm:pt>
    <dgm:pt modelId="{D707CEED-F30A-4E17-AF73-822EE3BBC757}" type="sibTrans" cxnId="{87651551-F360-4F3E-91F7-94A574379B31}">
      <dgm:prSet/>
      <dgm:spPr/>
      <dgm:t>
        <a:bodyPr/>
        <a:lstStyle/>
        <a:p>
          <a:endParaRPr lang="en-US"/>
        </a:p>
      </dgm:t>
    </dgm:pt>
    <dgm:pt modelId="{31549E9D-96DA-44E1-82BF-56E6404988E7}" type="pres">
      <dgm:prSet presAssocID="{C532CA75-91C0-4082-B9C1-24DF2C7ED125}" presName="linear" presStyleCnt="0">
        <dgm:presLayoutVars>
          <dgm:animLvl val="lvl"/>
          <dgm:resizeHandles val="exact"/>
        </dgm:presLayoutVars>
      </dgm:prSet>
      <dgm:spPr/>
    </dgm:pt>
    <dgm:pt modelId="{BA8134A3-48A9-41AB-809B-D272D68C9359}" type="pres">
      <dgm:prSet presAssocID="{E00BE075-AFA6-4FD8-83DF-6225BCE821F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05DF4D8-0758-47F5-9061-4C7CCA80FD9B}" type="pres">
      <dgm:prSet presAssocID="{7B4DC968-0F37-4B73-8740-5E29175FD87D}" presName="spacer" presStyleCnt="0"/>
      <dgm:spPr/>
    </dgm:pt>
    <dgm:pt modelId="{893F9ADC-2A7C-4709-897A-8BC33E855FD5}" type="pres">
      <dgm:prSet presAssocID="{0ED1FF24-4B3E-4A77-A3A0-8DEAFFA8912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BC60525-1A76-41CF-AC58-A1343BD55386}" type="pres">
      <dgm:prSet presAssocID="{11EBEA05-AF1C-414F-B77C-4FCE0369AF7D}" presName="spacer" presStyleCnt="0"/>
      <dgm:spPr/>
    </dgm:pt>
    <dgm:pt modelId="{B3A28732-2234-407A-B2C8-297BA28B107E}" type="pres">
      <dgm:prSet presAssocID="{83C0CD2E-1C0B-4F49-935B-E426548F697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CBC81A3-5FA9-4B00-BE3F-F21C7F36AC05}" type="pres">
      <dgm:prSet presAssocID="{B2E268E1-C65B-4C99-9D46-EF90EF0FE5CF}" presName="spacer" presStyleCnt="0"/>
      <dgm:spPr/>
    </dgm:pt>
    <dgm:pt modelId="{D7C35001-E735-4274-80EB-43D09962748C}" type="pres">
      <dgm:prSet presAssocID="{0B56C437-9886-4835-9A17-A15F83BE7D3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B4BA61B-8066-46E5-AD31-C1210337F86E}" type="presOf" srcId="{83C0CD2E-1C0B-4F49-935B-E426548F697C}" destId="{B3A28732-2234-407A-B2C8-297BA28B107E}" srcOrd="0" destOrd="0" presId="urn:microsoft.com/office/officeart/2005/8/layout/vList2"/>
    <dgm:cxn modelId="{439E031F-FC17-49A3-9C76-6339F4BBC860}" type="presOf" srcId="{0B56C437-9886-4835-9A17-A15F83BE7D3B}" destId="{D7C35001-E735-4274-80EB-43D09962748C}" srcOrd="0" destOrd="0" presId="urn:microsoft.com/office/officeart/2005/8/layout/vList2"/>
    <dgm:cxn modelId="{4E576921-1CDE-4AC0-BD21-04EFA52C31D9}" type="presOf" srcId="{0ED1FF24-4B3E-4A77-A3A0-8DEAFFA89123}" destId="{893F9ADC-2A7C-4709-897A-8BC33E855FD5}" srcOrd="0" destOrd="0" presId="urn:microsoft.com/office/officeart/2005/8/layout/vList2"/>
    <dgm:cxn modelId="{31E33825-7F1E-435C-83D1-B9CD3D580502}" srcId="{C532CA75-91C0-4082-B9C1-24DF2C7ED125}" destId="{83C0CD2E-1C0B-4F49-935B-E426548F697C}" srcOrd="2" destOrd="0" parTransId="{645C7B8C-399E-458A-BF6F-B15AD13DAECF}" sibTransId="{B2E268E1-C65B-4C99-9D46-EF90EF0FE5CF}"/>
    <dgm:cxn modelId="{06FCF246-A069-45FD-BB42-0C3CF9ED1F4C}" type="presOf" srcId="{C532CA75-91C0-4082-B9C1-24DF2C7ED125}" destId="{31549E9D-96DA-44E1-82BF-56E6404988E7}" srcOrd="0" destOrd="0" presId="urn:microsoft.com/office/officeart/2005/8/layout/vList2"/>
    <dgm:cxn modelId="{87651551-F360-4F3E-91F7-94A574379B31}" srcId="{C532CA75-91C0-4082-B9C1-24DF2C7ED125}" destId="{0B56C437-9886-4835-9A17-A15F83BE7D3B}" srcOrd="3" destOrd="0" parTransId="{F5CCCF42-8105-44E2-9EFE-833772B7796C}" sibTransId="{D707CEED-F30A-4E17-AF73-822EE3BBC757}"/>
    <dgm:cxn modelId="{6E7CC27F-D684-4D11-B06B-27B4F0F75521}" type="presOf" srcId="{E00BE075-AFA6-4FD8-83DF-6225BCE821F9}" destId="{BA8134A3-48A9-41AB-809B-D272D68C9359}" srcOrd="0" destOrd="0" presId="urn:microsoft.com/office/officeart/2005/8/layout/vList2"/>
    <dgm:cxn modelId="{B6474FD5-3CF2-45B0-B482-A42B3DF053FC}" srcId="{C532CA75-91C0-4082-B9C1-24DF2C7ED125}" destId="{E00BE075-AFA6-4FD8-83DF-6225BCE821F9}" srcOrd="0" destOrd="0" parTransId="{E4490037-A112-4169-9249-FB8C61E9E742}" sibTransId="{7B4DC968-0F37-4B73-8740-5E29175FD87D}"/>
    <dgm:cxn modelId="{FC4175F4-EAA3-48B2-9B4B-17BEBC2623D0}" srcId="{C532CA75-91C0-4082-B9C1-24DF2C7ED125}" destId="{0ED1FF24-4B3E-4A77-A3A0-8DEAFFA89123}" srcOrd="1" destOrd="0" parTransId="{34B83D43-9A73-4484-9D03-836D61A6852C}" sibTransId="{11EBEA05-AF1C-414F-B77C-4FCE0369AF7D}"/>
    <dgm:cxn modelId="{ED16A365-067C-431F-9A3F-3DE6495BAEDE}" type="presParOf" srcId="{31549E9D-96DA-44E1-82BF-56E6404988E7}" destId="{BA8134A3-48A9-41AB-809B-D272D68C9359}" srcOrd="0" destOrd="0" presId="urn:microsoft.com/office/officeart/2005/8/layout/vList2"/>
    <dgm:cxn modelId="{2AC06E12-502C-44A3-9775-04915B5E2631}" type="presParOf" srcId="{31549E9D-96DA-44E1-82BF-56E6404988E7}" destId="{805DF4D8-0758-47F5-9061-4C7CCA80FD9B}" srcOrd="1" destOrd="0" presId="urn:microsoft.com/office/officeart/2005/8/layout/vList2"/>
    <dgm:cxn modelId="{56BCFBE5-FF88-407C-AEC0-720AF332E3BE}" type="presParOf" srcId="{31549E9D-96DA-44E1-82BF-56E6404988E7}" destId="{893F9ADC-2A7C-4709-897A-8BC33E855FD5}" srcOrd="2" destOrd="0" presId="urn:microsoft.com/office/officeart/2005/8/layout/vList2"/>
    <dgm:cxn modelId="{63FB57CE-1A7E-41AA-AB59-472F303C888D}" type="presParOf" srcId="{31549E9D-96DA-44E1-82BF-56E6404988E7}" destId="{0BC60525-1A76-41CF-AC58-A1343BD55386}" srcOrd="3" destOrd="0" presId="urn:microsoft.com/office/officeart/2005/8/layout/vList2"/>
    <dgm:cxn modelId="{1351FD4B-EBBB-4304-BF99-BA389C244BC2}" type="presParOf" srcId="{31549E9D-96DA-44E1-82BF-56E6404988E7}" destId="{B3A28732-2234-407A-B2C8-297BA28B107E}" srcOrd="4" destOrd="0" presId="urn:microsoft.com/office/officeart/2005/8/layout/vList2"/>
    <dgm:cxn modelId="{65350C70-8D9D-4230-BEFD-B91AD8257252}" type="presParOf" srcId="{31549E9D-96DA-44E1-82BF-56E6404988E7}" destId="{2CBC81A3-5FA9-4B00-BE3F-F21C7F36AC05}" srcOrd="5" destOrd="0" presId="urn:microsoft.com/office/officeart/2005/8/layout/vList2"/>
    <dgm:cxn modelId="{302DB7EA-465F-47D2-A865-A759597A000D}" type="presParOf" srcId="{31549E9D-96DA-44E1-82BF-56E6404988E7}" destId="{D7C35001-E735-4274-80EB-43D09962748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31931F4-DC3D-4073-8A78-DD1A1B8F5C0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7379DAF-A2E3-49AD-B503-2CEEF25AFFDD}">
      <dgm:prSet/>
      <dgm:spPr/>
      <dgm:t>
        <a:bodyPr/>
        <a:lstStyle/>
        <a:p>
          <a:r>
            <a:rPr lang="en-US"/>
            <a:t>Inspected dataset shape, feature data types, duplicates, and missing-value percentages.</a:t>
          </a:r>
        </a:p>
      </dgm:t>
    </dgm:pt>
    <dgm:pt modelId="{F8E59827-502D-4D3C-8B3A-C3134DEFE0CF}" type="parTrans" cxnId="{8E22637C-2C50-4AFF-BC19-4F49418BBBD8}">
      <dgm:prSet/>
      <dgm:spPr/>
      <dgm:t>
        <a:bodyPr/>
        <a:lstStyle/>
        <a:p>
          <a:endParaRPr lang="en-US"/>
        </a:p>
      </dgm:t>
    </dgm:pt>
    <dgm:pt modelId="{15D02532-3066-4A8A-B6C9-026C4D0F0A63}" type="sibTrans" cxnId="{8E22637C-2C50-4AFF-BC19-4F49418BBBD8}">
      <dgm:prSet/>
      <dgm:spPr/>
      <dgm:t>
        <a:bodyPr/>
        <a:lstStyle/>
        <a:p>
          <a:endParaRPr lang="en-US"/>
        </a:p>
      </dgm:t>
    </dgm:pt>
    <dgm:pt modelId="{1E007A30-3B1E-4E87-8262-0A5006AF868A}">
      <dgm:prSet/>
      <dgm:spPr/>
      <dgm:t>
        <a:bodyPr/>
        <a:lstStyle/>
        <a:p>
          <a:r>
            <a:rPr lang="en-US"/>
            <a:t>Removed duplicates to avoid biased training.</a:t>
          </a:r>
        </a:p>
      </dgm:t>
    </dgm:pt>
    <dgm:pt modelId="{2FC13E25-3044-4828-9549-EEE6BB0B276D}" type="parTrans" cxnId="{F45CE998-73D7-445D-AD20-46EAE9AB22FF}">
      <dgm:prSet/>
      <dgm:spPr/>
      <dgm:t>
        <a:bodyPr/>
        <a:lstStyle/>
        <a:p>
          <a:endParaRPr lang="en-US"/>
        </a:p>
      </dgm:t>
    </dgm:pt>
    <dgm:pt modelId="{0DC80843-0F0E-4668-A0EC-A67C6602AF8F}" type="sibTrans" cxnId="{F45CE998-73D7-445D-AD20-46EAE9AB22FF}">
      <dgm:prSet/>
      <dgm:spPr/>
      <dgm:t>
        <a:bodyPr/>
        <a:lstStyle/>
        <a:p>
          <a:endParaRPr lang="en-US"/>
        </a:p>
      </dgm:t>
    </dgm:pt>
    <dgm:pt modelId="{F3923D0A-199D-495C-AE63-A86DCB58BBB3}">
      <dgm:prSet/>
      <dgm:spPr/>
      <dgm:t>
        <a:bodyPr/>
        <a:lstStyle/>
        <a:p>
          <a:r>
            <a:rPr lang="en-US"/>
            <a:t>Handled missing data:</a:t>
          </a:r>
        </a:p>
      </dgm:t>
    </dgm:pt>
    <dgm:pt modelId="{24077049-8788-4D60-B3C4-FAEB53A7D598}" type="parTrans" cxnId="{76FC947A-BA15-4FE0-928E-923C2CD1A6D6}">
      <dgm:prSet/>
      <dgm:spPr/>
      <dgm:t>
        <a:bodyPr/>
        <a:lstStyle/>
        <a:p>
          <a:endParaRPr lang="en-US"/>
        </a:p>
      </dgm:t>
    </dgm:pt>
    <dgm:pt modelId="{6FACB7F4-DBC6-4512-BF50-4FBC932893E5}" type="sibTrans" cxnId="{76FC947A-BA15-4FE0-928E-923C2CD1A6D6}">
      <dgm:prSet/>
      <dgm:spPr/>
      <dgm:t>
        <a:bodyPr/>
        <a:lstStyle/>
        <a:p>
          <a:endParaRPr lang="en-US"/>
        </a:p>
      </dgm:t>
    </dgm:pt>
    <dgm:pt modelId="{02B9EE72-F81A-41C1-A435-AD7CA3929142}">
      <dgm:prSet/>
      <dgm:spPr/>
      <dgm:t>
        <a:bodyPr/>
        <a:lstStyle/>
        <a:p>
          <a:r>
            <a:rPr lang="en-US"/>
            <a:t>• Numerical: median (skewed) or mean (normal) imputation.</a:t>
          </a:r>
        </a:p>
      </dgm:t>
    </dgm:pt>
    <dgm:pt modelId="{B8D4908B-34D0-41C8-A513-83DD5D04B6A5}" type="parTrans" cxnId="{B8B74CBC-5819-4B98-AEB6-CAFF957D89D6}">
      <dgm:prSet/>
      <dgm:spPr/>
      <dgm:t>
        <a:bodyPr/>
        <a:lstStyle/>
        <a:p>
          <a:endParaRPr lang="en-US"/>
        </a:p>
      </dgm:t>
    </dgm:pt>
    <dgm:pt modelId="{2F94E96C-9BC4-4177-8C32-84A58110CB9B}" type="sibTrans" cxnId="{B8B74CBC-5819-4B98-AEB6-CAFF957D89D6}">
      <dgm:prSet/>
      <dgm:spPr/>
      <dgm:t>
        <a:bodyPr/>
        <a:lstStyle/>
        <a:p>
          <a:endParaRPr lang="en-US"/>
        </a:p>
      </dgm:t>
    </dgm:pt>
    <dgm:pt modelId="{B3526334-27C7-4A47-A32A-D7A50968794C}">
      <dgm:prSet/>
      <dgm:spPr/>
      <dgm:t>
        <a:bodyPr/>
        <a:lstStyle/>
        <a:p>
          <a:r>
            <a:rPr lang="en-US"/>
            <a:t>• Categorical: 'Unknown' or mode imputation.</a:t>
          </a:r>
        </a:p>
      </dgm:t>
    </dgm:pt>
    <dgm:pt modelId="{9CDFE3BA-4744-4E15-ACE1-2FB3B0129051}" type="parTrans" cxnId="{BA494C42-29F4-422D-8BF5-86DE71A9707E}">
      <dgm:prSet/>
      <dgm:spPr/>
      <dgm:t>
        <a:bodyPr/>
        <a:lstStyle/>
        <a:p>
          <a:endParaRPr lang="en-US"/>
        </a:p>
      </dgm:t>
    </dgm:pt>
    <dgm:pt modelId="{F7E40828-9D1A-448B-B1CA-0D4DC6DBC8F9}" type="sibTrans" cxnId="{BA494C42-29F4-422D-8BF5-86DE71A9707E}">
      <dgm:prSet/>
      <dgm:spPr/>
      <dgm:t>
        <a:bodyPr/>
        <a:lstStyle/>
        <a:p>
          <a:endParaRPr lang="en-US"/>
        </a:p>
      </dgm:t>
    </dgm:pt>
    <dgm:pt modelId="{891B364B-48CD-49F7-8EA2-B25A6F093C93}">
      <dgm:prSet/>
      <dgm:spPr/>
      <dgm:t>
        <a:bodyPr/>
        <a:lstStyle/>
        <a:p>
          <a:r>
            <a:rPr lang="en-US"/>
            <a:t>Dropped columns with excessive missingness and low relevance.</a:t>
          </a:r>
        </a:p>
      </dgm:t>
    </dgm:pt>
    <dgm:pt modelId="{F563CEE4-42B7-47CF-842B-5B6BB1C6638D}" type="parTrans" cxnId="{F6A9575A-E189-4D42-826C-C41EB06D8F9B}">
      <dgm:prSet/>
      <dgm:spPr/>
      <dgm:t>
        <a:bodyPr/>
        <a:lstStyle/>
        <a:p>
          <a:endParaRPr lang="en-US"/>
        </a:p>
      </dgm:t>
    </dgm:pt>
    <dgm:pt modelId="{088420EB-EA13-4A25-A5BA-F7C2D9C0D4C4}" type="sibTrans" cxnId="{F6A9575A-E189-4D42-826C-C41EB06D8F9B}">
      <dgm:prSet/>
      <dgm:spPr/>
      <dgm:t>
        <a:bodyPr/>
        <a:lstStyle/>
        <a:p>
          <a:endParaRPr lang="en-US"/>
        </a:p>
      </dgm:t>
    </dgm:pt>
    <dgm:pt modelId="{995A2BAF-1028-4286-A02E-BF8F7B0D6E1F}">
      <dgm:prSet/>
      <dgm:spPr/>
      <dgm:t>
        <a:bodyPr/>
        <a:lstStyle/>
        <a:p>
          <a:r>
            <a:rPr lang="en-US"/>
            <a:t>Converted types: date/time → datetime; booleans → 0/1; Severity treated as target label.</a:t>
          </a:r>
        </a:p>
      </dgm:t>
    </dgm:pt>
    <dgm:pt modelId="{26A7F7FA-E399-439E-902E-A27E7AC043B1}" type="parTrans" cxnId="{5390ADB0-B8F0-4947-B979-92C156E57235}">
      <dgm:prSet/>
      <dgm:spPr/>
      <dgm:t>
        <a:bodyPr/>
        <a:lstStyle/>
        <a:p>
          <a:endParaRPr lang="en-US"/>
        </a:p>
      </dgm:t>
    </dgm:pt>
    <dgm:pt modelId="{A84A935E-58D0-4735-B819-BDB39196068B}" type="sibTrans" cxnId="{5390ADB0-B8F0-4947-B979-92C156E57235}">
      <dgm:prSet/>
      <dgm:spPr/>
      <dgm:t>
        <a:bodyPr/>
        <a:lstStyle/>
        <a:p>
          <a:endParaRPr lang="en-US"/>
        </a:p>
      </dgm:t>
    </dgm:pt>
    <dgm:pt modelId="{270FB346-EEA9-4D49-BDF4-A16D333C0D3B}" type="pres">
      <dgm:prSet presAssocID="{831931F4-DC3D-4073-8A78-DD1A1B8F5C0D}" presName="vert0" presStyleCnt="0">
        <dgm:presLayoutVars>
          <dgm:dir/>
          <dgm:animOne val="branch"/>
          <dgm:animLvl val="lvl"/>
        </dgm:presLayoutVars>
      </dgm:prSet>
      <dgm:spPr/>
    </dgm:pt>
    <dgm:pt modelId="{F5BC70E7-AC67-4425-AB24-AAE486F59662}" type="pres">
      <dgm:prSet presAssocID="{97379DAF-A2E3-49AD-B503-2CEEF25AFFDD}" presName="thickLine" presStyleLbl="alignNode1" presStyleIdx="0" presStyleCnt="7"/>
      <dgm:spPr/>
    </dgm:pt>
    <dgm:pt modelId="{F0668BB5-97C1-4061-9162-9B9F0F05A372}" type="pres">
      <dgm:prSet presAssocID="{97379DAF-A2E3-49AD-B503-2CEEF25AFFDD}" presName="horz1" presStyleCnt="0"/>
      <dgm:spPr/>
    </dgm:pt>
    <dgm:pt modelId="{7C29FC8E-509C-449E-A263-E14E0176E28D}" type="pres">
      <dgm:prSet presAssocID="{97379DAF-A2E3-49AD-B503-2CEEF25AFFDD}" presName="tx1" presStyleLbl="revTx" presStyleIdx="0" presStyleCnt="7"/>
      <dgm:spPr/>
    </dgm:pt>
    <dgm:pt modelId="{0A5122CE-46B4-41CE-A90A-4119C4CFC1F1}" type="pres">
      <dgm:prSet presAssocID="{97379DAF-A2E3-49AD-B503-2CEEF25AFFDD}" presName="vert1" presStyleCnt="0"/>
      <dgm:spPr/>
    </dgm:pt>
    <dgm:pt modelId="{D5EFAB7D-A4CC-475B-9FDF-498422977495}" type="pres">
      <dgm:prSet presAssocID="{1E007A30-3B1E-4E87-8262-0A5006AF868A}" presName="thickLine" presStyleLbl="alignNode1" presStyleIdx="1" presStyleCnt="7"/>
      <dgm:spPr/>
    </dgm:pt>
    <dgm:pt modelId="{B70C7A4A-71D9-4FA8-8A1B-E04F4EAD5D11}" type="pres">
      <dgm:prSet presAssocID="{1E007A30-3B1E-4E87-8262-0A5006AF868A}" presName="horz1" presStyleCnt="0"/>
      <dgm:spPr/>
    </dgm:pt>
    <dgm:pt modelId="{B8EDFCC4-CA1A-4227-874A-BA8AE7DD2A29}" type="pres">
      <dgm:prSet presAssocID="{1E007A30-3B1E-4E87-8262-0A5006AF868A}" presName="tx1" presStyleLbl="revTx" presStyleIdx="1" presStyleCnt="7"/>
      <dgm:spPr/>
    </dgm:pt>
    <dgm:pt modelId="{07A12FD9-AB52-49A0-92A4-FF1532FE4139}" type="pres">
      <dgm:prSet presAssocID="{1E007A30-3B1E-4E87-8262-0A5006AF868A}" presName="vert1" presStyleCnt="0"/>
      <dgm:spPr/>
    </dgm:pt>
    <dgm:pt modelId="{527F7211-6D95-4607-9CC9-F98168D998A5}" type="pres">
      <dgm:prSet presAssocID="{F3923D0A-199D-495C-AE63-A86DCB58BBB3}" presName="thickLine" presStyleLbl="alignNode1" presStyleIdx="2" presStyleCnt="7"/>
      <dgm:spPr/>
    </dgm:pt>
    <dgm:pt modelId="{4F73774A-197E-4330-AE5D-71239080CFBA}" type="pres">
      <dgm:prSet presAssocID="{F3923D0A-199D-495C-AE63-A86DCB58BBB3}" presName="horz1" presStyleCnt="0"/>
      <dgm:spPr/>
    </dgm:pt>
    <dgm:pt modelId="{C9775ACD-6926-42E0-A132-B69A42397846}" type="pres">
      <dgm:prSet presAssocID="{F3923D0A-199D-495C-AE63-A86DCB58BBB3}" presName="tx1" presStyleLbl="revTx" presStyleIdx="2" presStyleCnt="7"/>
      <dgm:spPr/>
    </dgm:pt>
    <dgm:pt modelId="{BAE7156C-8D85-48F2-9A84-5356FA1515E8}" type="pres">
      <dgm:prSet presAssocID="{F3923D0A-199D-495C-AE63-A86DCB58BBB3}" presName="vert1" presStyleCnt="0"/>
      <dgm:spPr/>
    </dgm:pt>
    <dgm:pt modelId="{B92B403D-99AE-41B9-B374-0AF96F626DEB}" type="pres">
      <dgm:prSet presAssocID="{02B9EE72-F81A-41C1-A435-AD7CA3929142}" presName="thickLine" presStyleLbl="alignNode1" presStyleIdx="3" presStyleCnt="7"/>
      <dgm:spPr/>
    </dgm:pt>
    <dgm:pt modelId="{9E69BB27-E0AB-4C4B-AF72-AC957FA32B60}" type="pres">
      <dgm:prSet presAssocID="{02B9EE72-F81A-41C1-A435-AD7CA3929142}" presName="horz1" presStyleCnt="0"/>
      <dgm:spPr/>
    </dgm:pt>
    <dgm:pt modelId="{F1120CC7-6827-4FA4-B96D-D8E3B553ADCD}" type="pres">
      <dgm:prSet presAssocID="{02B9EE72-F81A-41C1-A435-AD7CA3929142}" presName="tx1" presStyleLbl="revTx" presStyleIdx="3" presStyleCnt="7"/>
      <dgm:spPr/>
    </dgm:pt>
    <dgm:pt modelId="{69053704-7A23-4FEC-9368-4F8EB181A82F}" type="pres">
      <dgm:prSet presAssocID="{02B9EE72-F81A-41C1-A435-AD7CA3929142}" presName="vert1" presStyleCnt="0"/>
      <dgm:spPr/>
    </dgm:pt>
    <dgm:pt modelId="{493E54CA-DD67-4910-AD33-0B82B12A98A1}" type="pres">
      <dgm:prSet presAssocID="{B3526334-27C7-4A47-A32A-D7A50968794C}" presName="thickLine" presStyleLbl="alignNode1" presStyleIdx="4" presStyleCnt="7"/>
      <dgm:spPr/>
    </dgm:pt>
    <dgm:pt modelId="{199F54B5-D8EB-47A9-9DC9-A1F10917D796}" type="pres">
      <dgm:prSet presAssocID="{B3526334-27C7-4A47-A32A-D7A50968794C}" presName="horz1" presStyleCnt="0"/>
      <dgm:spPr/>
    </dgm:pt>
    <dgm:pt modelId="{B0485B58-136D-43EC-8323-6B31816C6D09}" type="pres">
      <dgm:prSet presAssocID="{B3526334-27C7-4A47-A32A-D7A50968794C}" presName="tx1" presStyleLbl="revTx" presStyleIdx="4" presStyleCnt="7"/>
      <dgm:spPr/>
    </dgm:pt>
    <dgm:pt modelId="{C7F32A87-1FD7-4E3D-9C6E-CE81A0297A62}" type="pres">
      <dgm:prSet presAssocID="{B3526334-27C7-4A47-A32A-D7A50968794C}" presName="vert1" presStyleCnt="0"/>
      <dgm:spPr/>
    </dgm:pt>
    <dgm:pt modelId="{53E5582A-A23B-4570-8EBB-FC31110D5C02}" type="pres">
      <dgm:prSet presAssocID="{891B364B-48CD-49F7-8EA2-B25A6F093C93}" presName="thickLine" presStyleLbl="alignNode1" presStyleIdx="5" presStyleCnt="7"/>
      <dgm:spPr/>
    </dgm:pt>
    <dgm:pt modelId="{62BDCA08-E5D5-4371-9860-395BADD396AD}" type="pres">
      <dgm:prSet presAssocID="{891B364B-48CD-49F7-8EA2-B25A6F093C93}" presName="horz1" presStyleCnt="0"/>
      <dgm:spPr/>
    </dgm:pt>
    <dgm:pt modelId="{2AC3FB80-2555-4885-9DA4-3D22CF6CE455}" type="pres">
      <dgm:prSet presAssocID="{891B364B-48CD-49F7-8EA2-B25A6F093C93}" presName="tx1" presStyleLbl="revTx" presStyleIdx="5" presStyleCnt="7"/>
      <dgm:spPr/>
    </dgm:pt>
    <dgm:pt modelId="{F3BA3DC8-2198-40FE-B04F-20CB9316EC71}" type="pres">
      <dgm:prSet presAssocID="{891B364B-48CD-49F7-8EA2-B25A6F093C93}" presName="vert1" presStyleCnt="0"/>
      <dgm:spPr/>
    </dgm:pt>
    <dgm:pt modelId="{96EF0993-FCE4-4D49-B67E-C44B2E90FE83}" type="pres">
      <dgm:prSet presAssocID="{995A2BAF-1028-4286-A02E-BF8F7B0D6E1F}" presName="thickLine" presStyleLbl="alignNode1" presStyleIdx="6" presStyleCnt="7"/>
      <dgm:spPr/>
    </dgm:pt>
    <dgm:pt modelId="{38849561-F36F-4F28-AD9E-BF1F8BE7DD21}" type="pres">
      <dgm:prSet presAssocID="{995A2BAF-1028-4286-A02E-BF8F7B0D6E1F}" presName="horz1" presStyleCnt="0"/>
      <dgm:spPr/>
    </dgm:pt>
    <dgm:pt modelId="{A7695A6D-D056-4F4C-9F2F-6D6F127E0752}" type="pres">
      <dgm:prSet presAssocID="{995A2BAF-1028-4286-A02E-BF8F7B0D6E1F}" presName="tx1" presStyleLbl="revTx" presStyleIdx="6" presStyleCnt="7"/>
      <dgm:spPr/>
    </dgm:pt>
    <dgm:pt modelId="{2293F227-4F5A-4BAE-BB3F-1BE4B1781194}" type="pres">
      <dgm:prSet presAssocID="{995A2BAF-1028-4286-A02E-BF8F7B0D6E1F}" presName="vert1" presStyleCnt="0"/>
      <dgm:spPr/>
    </dgm:pt>
  </dgm:ptLst>
  <dgm:cxnLst>
    <dgm:cxn modelId="{BA494C42-29F4-422D-8BF5-86DE71A9707E}" srcId="{831931F4-DC3D-4073-8A78-DD1A1B8F5C0D}" destId="{B3526334-27C7-4A47-A32A-D7A50968794C}" srcOrd="4" destOrd="0" parTransId="{9CDFE3BA-4744-4E15-ACE1-2FB3B0129051}" sibTransId="{F7E40828-9D1A-448B-B1CA-0D4DC6DBC8F9}"/>
    <dgm:cxn modelId="{1C662849-C918-47D3-B7DC-B1D58A95956E}" type="presOf" srcId="{831931F4-DC3D-4073-8A78-DD1A1B8F5C0D}" destId="{270FB346-EEA9-4D49-BDF4-A16D333C0D3B}" srcOrd="0" destOrd="0" presId="urn:microsoft.com/office/officeart/2008/layout/LinedList"/>
    <dgm:cxn modelId="{F6A9575A-E189-4D42-826C-C41EB06D8F9B}" srcId="{831931F4-DC3D-4073-8A78-DD1A1B8F5C0D}" destId="{891B364B-48CD-49F7-8EA2-B25A6F093C93}" srcOrd="5" destOrd="0" parTransId="{F563CEE4-42B7-47CF-842B-5B6BB1C6638D}" sibTransId="{088420EB-EA13-4A25-A5BA-F7C2D9C0D4C4}"/>
    <dgm:cxn modelId="{76FC947A-BA15-4FE0-928E-923C2CD1A6D6}" srcId="{831931F4-DC3D-4073-8A78-DD1A1B8F5C0D}" destId="{F3923D0A-199D-495C-AE63-A86DCB58BBB3}" srcOrd="2" destOrd="0" parTransId="{24077049-8788-4D60-B3C4-FAEB53A7D598}" sibTransId="{6FACB7F4-DBC6-4512-BF50-4FBC932893E5}"/>
    <dgm:cxn modelId="{8E22637C-2C50-4AFF-BC19-4F49418BBBD8}" srcId="{831931F4-DC3D-4073-8A78-DD1A1B8F5C0D}" destId="{97379DAF-A2E3-49AD-B503-2CEEF25AFFDD}" srcOrd="0" destOrd="0" parTransId="{F8E59827-502D-4D3C-8B3A-C3134DEFE0CF}" sibTransId="{15D02532-3066-4A8A-B6C9-026C4D0F0A63}"/>
    <dgm:cxn modelId="{9F77D489-ED16-4EB7-B6A8-64962D928329}" type="presOf" srcId="{B3526334-27C7-4A47-A32A-D7A50968794C}" destId="{B0485B58-136D-43EC-8323-6B31816C6D09}" srcOrd="0" destOrd="0" presId="urn:microsoft.com/office/officeart/2008/layout/LinedList"/>
    <dgm:cxn modelId="{DA2F3E91-659B-4D06-82E4-16BA9F6E6F57}" type="presOf" srcId="{891B364B-48CD-49F7-8EA2-B25A6F093C93}" destId="{2AC3FB80-2555-4885-9DA4-3D22CF6CE455}" srcOrd="0" destOrd="0" presId="urn:microsoft.com/office/officeart/2008/layout/LinedList"/>
    <dgm:cxn modelId="{5070EE92-71A7-4B76-BA1C-68EE805CFEE6}" type="presOf" srcId="{02B9EE72-F81A-41C1-A435-AD7CA3929142}" destId="{F1120CC7-6827-4FA4-B96D-D8E3B553ADCD}" srcOrd="0" destOrd="0" presId="urn:microsoft.com/office/officeart/2008/layout/LinedList"/>
    <dgm:cxn modelId="{F45CE998-73D7-445D-AD20-46EAE9AB22FF}" srcId="{831931F4-DC3D-4073-8A78-DD1A1B8F5C0D}" destId="{1E007A30-3B1E-4E87-8262-0A5006AF868A}" srcOrd="1" destOrd="0" parTransId="{2FC13E25-3044-4828-9549-EEE6BB0B276D}" sibTransId="{0DC80843-0F0E-4668-A0EC-A67C6602AF8F}"/>
    <dgm:cxn modelId="{CF9F49A7-EE0F-44E7-90AF-47421778BA3B}" type="presOf" srcId="{97379DAF-A2E3-49AD-B503-2CEEF25AFFDD}" destId="{7C29FC8E-509C-449E-A263-E14E0176E28D}" srcOrd="0" destOrd="0" presId="urn:microsoft.com/office/officeart/2008/layout/LinedList"/>
    <dgm:cxn modelId="{5390ADB0-B8F0-4947-B979-92C156E57235}" srcId="{831931F4-DC3D-4073-8A78-DD1A1B8F5C0D}" destId="{995A2BAF-1028-4286-A02E-BF8F7B0D6E1F}" srcOrd="6" destOrd="0" parTransId="{26A7F7FA-E399-439E-902E-A27E7AC043B1}" sibTransId="{A84A935E-58D0-4735-B819-BDB39196068B}"/>
    <dgm:cxn modelId="{B8B74CBC-5819-4B98-AEB6-CAFF957D89D6}" srcId="{831931F4-DC3D-4073-8A78-DD1A1B8F5C0D}" destId="{02B9EE72-F81A-41C1-A435-AD7CA3929142}" srcOrd="3" destOrd="0" parTransId="{B8D4908B-34D0-41C8-A513-83DD5D04B6A5}" sibTransId="{2F94E96C-9BC4-4177-8C32-84A58110CB9B}"/>
    <dgm:cxn modelId="{BDE494E2-03A9-4B39-82C8-EC8B2CC284BD}" type="presOf" srcId="{F3923D0A-199D-495C-AE63-A86DCB58BBB3}" destId="{C9775ACD-6926-42E0-A132-B69A42397846}" srcOrd="0" destOrd="0" presId="urn:microsoft.com/office/officeart/2008/layout/LinedList"/>
    <dgm:cxn modelId="{29C0BCE7-CA25-43A8-8117-A38DABA8413F}" type="presOf" srcId="{995A2BAF-1028-4286-A02E-BF8F7B0D6E1F}" destId="{A7695A6D-D056-4F4C-9F2F-6D6F127E0752}" srcOrd="0" destOrd="0" presId="urn:microsoft.com/office/officeart/2008/layout/LinedList"/>
    <dgm:cxn modelId="{C39A21FF-E413-4DE3-8122-E14935816CC8}" type="presOf" srcId="{1E007A30-3B1E-4E87-8262-0A5006AF868A}" destId="{B8EDFCC4-CA1A-4227-874A-BA8AE7DD2A29}" srcOrd="0" destOrd="0" presId="urn:microsoft.com/office/officeart/2008/layout/LinedList"/>
    <dgm:cxn modelId="{59307446-75D3-4652-B4D2-71E4B7F847B6}" type="presParOf" srcId="{270FB346-EEA9-4D49-BDF4-A16D333C0D3B}" destId="{F5BC70E7-AC67-4425-AB24-AAE486F59662}" srcOrd="0" destOrd="0" presId="urn:microsoft.com/office/officeart/2008/layout/LinedList"/>
    <dgm:cxn modelId="{84990429-2F9C-42EF-8058-82D371364B8E}" type="presParOf" srcId="{270FB346-EEA9-4D49-BDF4-A16D333C0D3B}" destId="{F0668BB5-97C1-4061-9162-9B9F0F05A372}" srcOrd="1" destOrd="0" presId="urn:microsoft.com/office/officeart/2008/layout/LinedList"/>
    <dgm:cxn modelId="{6F0CC218-AD4F-4817-8ABE-2F4CFD52690E}" type="presParOf" srcId="{F0668BB5-97C1-4061-9162-9B9F0F05A372}" destId="{7C29FC8E-509C-449E-A263-E14E0176E28D}" srcOrd="0" destOrd="0" presId="urn:microsoft.com/office/officeart/2008/layout/LinedList"/>
    <dgm:cxn modelId="{0D9C14C6-902B-4EE8-9FA8-AB788D1149B1}" type="presParOf" srcId="{F0668BB5-97C1-4061-9162-9B9F0F05A372}" destId="{0A5122CE-46B4-41CE-A90A-4119C4CFC1F1}" srcOrd="1" destOrd="0" presId="urn:microsoft.com/office/officeart/2008/layout/LinedList"/>
    <dgm:cxn modelId="{F84F23EB-850F-4D4B-9429-BC7DE0751DA1}" type="presParOf" srcId="{270FB346-EEA9-4D49-BDF4-A16D333C0D3B}" destId="{D5EFAB7D-A4CC-475B-9FDF-498422977495}" srcOrd="2" destOrd="0" presId="urn:microsoft.com/office/officeart/2008/layout/LinedList"/>
    <dgm:cxn modelId="{A42C565D-9E15-48CA-8D33-56BF243AB37A}" type="presParOf" srcId="{270FB346-EEA9-4D49-BDF4-A16D333C0D3B}" destId="{B70C7A4A-71D9-4FA8-8A1B-E04F4EAD5D11}" srcOrd="3" destOrd="0" presId="urn:microsoft.com/office/officeart/2008/layout/LinedList"/>
    <dgm:cxn modelId="{FCE9FEF6-D86F-4A88-A4BB-DF52D85BCAEA}" type="presParOf" srcId="{B70C7A4A-71D9-4FA8-8A1B-E04F4EAD5D11}" destId="{B8EDFCC4-CA1A-4227-874A-BA8AE7DD2A29}" srcOrd="0" destOrd="0" presId="urn:microsoft.com/office/officeart/2008/layout/LinedList"/>
    <dgm:cxn modelId="{37E8176D-2C21-4EAF-B942-3B054544E811}" type="presParOf" srcId="{B70C7A4A-71D9-4FA8-8A1B-E04F4EAD5D11}" destId="{07A12FD9-AB52-49A0-92A4-FF1532FE4139}" srcOrd="1" destOrd="0" presId="urn:microsoft.com/office/officeart/2008/layout/LinedList"/>
    <dgm:cxn modelId="{3BBAC506-58BC-422B-B361-4E10265697E4}" type="presParOf" srcId="{270FB346-EEA9-4D49-BDF4-A16D333C0D3B}" destId="{527F7211-6D95-4607-9CC9-F98168D998A5}" srcOrd="4" destOrd="0" presId="urn:microsoft.com/office/officeart/2008/layout/LinedList"/>
    <dgm:cxn modelId="{6B39A4B4-B0B6-4B3D-9A53-BE8D0F7DD493}" type="presParOf" srcId="{270FB346-EEA9-4D49-BDF4-A16D333C0D3B}" destId="{4F73774A-197E-4330-AE5D-71239080CFBA}" srcOrd="5" destOrd="0" presId="urn:microsoft.com/office/officeart/2008/layout/LinedList"/>
    <dgm:cxn modelId="{9530D09D-15CA-4A33-A8A5-EFBEEBACC8B1}" type="presParOf" srcId="{4F73774A-197E-4330-AE5D-71239080CFBA}" destId="{C9775ACD-6926-42E0-A132-B69A42397846}" srcOrd="0" destOrd="0" presId="urn:microsoft.com/office/officeart/2008/layout/LinedList"/>
    <dgm:cxn modelId="{A92057B1-7889-405D-B71C-99C8FC47B97E}" type="presParOf" srcId="{4F73774A-197E-4330-AE5D-71239080CFBA}" destId="{BAE7156C-8D85-48F2-9A84-5356FA1515E8}" srcOrd="1" destOrd="0" presId="urn:microsoft.com/office/officeart/2008/layout/LinedList"/>
    <dgm:cxn modelId="{17F5029E-AD5C-4547-B2AC-D5FAB0E41BDA}" type="presParOf" srcId="{270FB346-EEA9-4D49-BDF4-A16D333C0D3B}" destId="{B92B403D-99AE-41B9-B374-0AF96F626DEB}" srcOrd="6" destOrd="0" presId="urn:microsoft.com/office/officeart/2008/layout/LinedList"/>
    <dgm:cxn modelId="{7998B46B-BEC3-4A01-873C-23E66DA7BD12}" type="presParOf" srcId="{270FB346-EEA9-4D49-BDF4-A16D333C0D3B}" destId="{9E69BB27-E0AB-4C4B-AF72-AC957FA32B60}" srcOrd="7" destOrd="0" presId="urn:microsoft.com/office/officeart/2008/layout/LinedList"/>
    <dgm:cxn modelId="{01E746EB-210F-4A3F-9A29-20B3A448B451}" type="presParOf" srcId="{9E69BB27-E0AB-4C4B-AF72-AC957FA32B60}" destId="{F1120CC7-6827-4FA4-B96D-D8E3B553ADCD}" srcOrd="0" destOrd="0" presId="urn:microsoft.com/office/officeart/2008/layout/LinedList"/>
    <dgm:cxn modelId="{049581E8-22BA-4CDB-BB72-34B8C09AB673}" type="presParOf" srcId="{9E69BB27-E0AB-4C4B-AF72-AC957FA32B60}" destId="{69053704-7A23-4FEC-9368-4F8EB181A82F}" srcOrd="1" destOrd="0" presId="urn:microsoft.com/office/officeart/2008/layout/LinedList"/>
    <dgm:cxn modelId="{F4F1658E-7E71-434A-906C-56F9F5BE2905}" type="presParOf" srcId="{270FB346-EEA9-4D49-BDF4-A16D333C0D3B}" destId="{493E54CA-DD67-4910-AD33-0B82B12A98A1}" srcOrd="8" destOrd="0" presId="urn:microsoft.com/office/officeart/2008/layout/LinedList"/>
    <dgm:cxn modelId="{ED468B8E-08EE-412D-8EA0-E5883265598F}" type="presParOf" srcId="{270FB346-EEA9-4D49-BDF4-A16D333C0D3B}" destId="{199F54B5-D8EB-47A9-9DC9-A1F10917D796}" srcOrd="9" destOrd="0" presId="urn:microsoft.com/office/officeart/2008/layout/LinedList"/>
    <dgm:cxn modelId="{45F10FAF-7B1B-44B3-82E2-AF2A65066E1D}" type="presParOf" srcId="{199F54B5-D8EB-47A9-9DC9-A1F10917D796}" destId="{B0485B58-136D-43EC-8323-6B31816C6D09}" srcOrd="0" destOrd="0" presId="urn:microsoft.com/office/officeart/2008/layout/LinedList"/>
    <dgm:cxn modelId="{0D11BAFB-115D-4206-89A1-404A40010D34}" type="presParOf" srcId="{199F54B5-D8EB-47A9-9DC9-A1F10917D796}" destId="{C7F32A87-1FD7-4E3D-9C6E-CE81A0297A62}" srcOrd="1" destOrd="0" presId="urn:microsoft.com/office/officeart/2008/layout/LinedList"/>
    <dgm:cxn modelId="{27C9B828-1290-465C-B0B9-ACF331497EEC}" type="presParOf" srcId="{270FB346-EEA9-4D49-BDF4-A16D333C0D3B}" destId="{53E5582A-A23B-4570-8EBB-FC31110D5C02}" srcOrd="10" destOrd="0" presId="urn:microsoft.com/office/officeart/2008/layout/LinedList"/>
    <dgm:cxn modelId="{E5D1151E-8B40-46A9-9691-35E35DE37738}" type="presParOf" srcId="{270FB346-EEA9-4D49-BDF4-A16D333C0D3B}" destId="{62BDCA08-E5D5-4371-9860-395BADD396AD}" srcOrd="11" destOrd="0" presId="urn:microsoft.com/office/officeart/2008/layout/LinedList"/>
    <dgm:cxn modelId="{53E7C64E-BE9B-4222-A319-FBE1F1C30FCF}" type="presParOf" srcId="{62BDCA08-E5D5-4371-9860-395BADD396AD}" destId="{2AC3FB80-2555-4885-9DA4-3D22CF6CE455}" srcOrd="0" destOrd="0" presId="urn:microsoft.com/office/officeart/2008/layout/LinedList"/>
    <dgm:cxn modelId="{636A705D-4615-4955-8708-AE347C260AB6}" type="presParOf" srcId="{62BDCA08-E5D5-4371-9860-395BADD396AD}" destId="{F3BA3DC8-2198-40FE-B04F-20CB9316EC71}" srcOrd="1" destOrd="0" presId="urn:microsoft.com/office/officeart/2008/layout/LinedList"/>
    <dgm:cxn modelId="{9696B10C-3441-4469-95EF-F570F40C6A9E}" type="presParOf" srcId="{270FB346-EEA9-4D49-BDF4-A16D333C0D3B}" destId="{96EF0993-FCE4-4D49-B67E-C44B2E90FE83}" srcOrd="12" destOrd="0" presId="urn:microsoft.com/office/officeart/2008/layout/LinedList"/>
    <dgm:cxn modelId="{5D149692-4A7C-46BB-9F9F-C1FD8F67367E}" type="presParOf" srcId="{270FB346-EEA9-4D49-BDF4-A16D333C0D3B}" destId="{38849561-F36F-4F28-AD9E-BF1F8BE7DD21}" srcOrd="13" destOrd="0" presId="urn:microsoft.com/office/officeart/2008/layout/LinedList"/>
    <dgm:cxn modelId="{A0078A34-3C90-43ED-8CF7-EA7CC84FE662}" type="presParOf" srcId="{38849561-F36F-4F28-AD9E-BF1F8BE7DD21}" destId="{A7695A6D-D056-4F4C-9F2F-6D6F127E0752}" srcOrd="0" destOrd="0" presId="urn:microsoft.com/office/officeart/2008/layout/LinedList"/>
    <dgm:cxn modelId="{BB995159-EC0B-401B-8F3F-37B0CB9C9966}" type="presParOf" srcId="{38849561-F36F-4F28-AD9E-BF1F8BE7DD21}" destId="{2293F227-4F5A-4BAE-BB3F-1BE4B178119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B82F975-BCFC-493B-AA76-5B80DF8B0C4A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D89C119-DBAD-4389-8A71-5C2F5109FC4A}">
      <dgm:prSet/>
      <dgm:spPr/>
      <dgm:t>
        <a:bodyPr/>
        <a:lstStyle/>
        <a:p>
          <a:r>
            <a:rPr lang="en-US"/>
            <a:t>Derived time-based predictors to capture traffic behavior patterns:</a:t>
          </a:r>
        </a:p>
      </dgm:t>
    </dgm:pt>
    <dgm:pt modelId="{30124BAE-4E7E-4DD5-B6AA-4DCF3273747D}" type="parTrans" cxnId="{CA3F5D06-8821-4612-B5CA-7BC130C4FD3D}">
      <dgm:prSet/>
      <dgm:spPr/>
      <dgm:t>
        <a:bodyPr/>
        <a:lstStyle/>
        <a:p>
          <a:endParaRPr lang="en-US"/>
        </a:p>
      </dgm:t>
    </dgm:pt>
    <dgm:pt modelId="{E4B88953-B238-49BF-AD2C-D83B09D8E21D}" type="sibTrans" cxnId="{CA3F5D06-8821-4612-B5CA-7BC130C4FD3D}">
      <dgm:prSet/>
      <dgm:spPr/>
      <dgm:t>
        <a:bodyPr/>
        <a:lstStyle/>
        <a:p>
          <a:endParaRPr lang="en-US"/>
        </a:p>
      </dgm:t>
    </dgm:pt>
    <dgm:pt modelId="{0C5324B8-FA41-41A6-A051-6621A6094373}">
      <dgm:prSet/>
      <dgm:spPr/>
      <dgm:t>
        <a:bodyPr/>
        <a:lstStyle/>
        <a:p>
          <a:r>
            <a:rPr lang="en-US"/>
            <a:t>• Hour of day • Day of week • Month • Year</a:t>
          </a:r>
        </a:p>
      </dgm:t>
    </dgm:pt>
    <dgm:pt modelId="{FBCC8669-05F0-4FCB-8581-3AEEB733A461}" type="parTrans" cxnId="{48045A9A-4058-4D2C-8AEB-783151EEA7B8}">
      <dgm:prSet/>
      <dgm:spPr/>
      <dgm:t>
        <a:bodyPr/>
        <a:lstStyle/>
        <a:p>
          <a:endParaRPr lang="en-US"/>
        </a:p>
      </dgm:t>
    </dgm:pt>
    <dgm:pt modelId="{C286D8DC-0DFA-4CEA-8D7D-C33526566AD2}" type="sibTrans" cxnId="{48045A9A-4058-4D2C-8AEB-783151EEA7B8}">
      <dgm:prSet/>
      <dgm:spPr/>
      <dgm:t>
        <a:bodyPr/>
        <a:lstStyle/>
        <a:p>
          <a:endParaRPr lang="en-US"/>
        </a:p>
      </dgm:t>
    </dgm:pt>
    <dgm:pt modelId="{918135E9-DA73-4B40-9925-BBFB1081EA8E}">
      <dgm:prSet/>
      <dgm:spPr/>
      <dgm:t>
        <a:bodyPr/>
        <a:lstStyle/>
        <a:p>
          <a:r>
            <a:rPr lang="en-US"/>
            <a:t>• Weekend indicator • Night vs Day indicator</a:t>
          </a:r>
        </a:p>
      </dgm:t>
    </dgm:pt>
    <dgm:pt modelId="{24BAC66E-EFF3-4966-99B6-A22CD5323648}" type="parTrans" cxnId="{B9B71446-2852-4B9A-AAA5-FFE8CC631F43}">
      <dgm:prSet/>
      <dgm:spPr/>
      <dgm:t>
        <a:bodyPr/>
        <a:lstStyle/>
        <a:p>
          <a:endParaRPr lang="en-US"/>
        </a:p>
      </dgm:t>
    </dgm:pt>
    <dgm:pt modelId="{9DB89941-C51D-4919-9CED-182A0FE53DDB}" type="sibTrans" cxnId="{B9B71446-2852-4B9A-AAA5-FFE8CC631F43}">
      <dgm:prSet/>
      <dgm:spPr/>
      <dgm:t>
        <a:bodyPr/>
        <a:lstStyle/>
        <a:p>
          <a:endParaRPr lang="en-US"/>
        </a:p>
      </dgm:t>
    </dgm:pt>
    <dgm:pt modelId="{17BEF2F9-FD1B-4A0C-9912-E376028275D6}">
      <dgm:prSet/>
      <dgm:spPr/>
      <dgm:t>
        <a:bodyPr/>
        <a:lstStyle/>
        <a:p>
          <a:r>
            <a:rPr lang="en-US"/>
            <a:t>Rationale: Rush hours, weekend travel, and nighttime visibility/fatigue affect severity.</a:t>
          </a:r>
        </a:p>
      </dgm:t>
    </dgm:pt>
    <dgm:pt modelId="{CA4AC992-4618-4746-9D15-6E881D5EBA76}" type="parTrans" cxnId="{BAA987FD-8F82-4E9B-9C93-2451DB6AD69B}">
      <dgm:prSet/>
      <dgm:spPr/>
      <dgm:t>
        <a:bodyPr/>
        <a:lstStyle/>
        <a:p>
          <a:endParaRPr lang="en-US"/>
        </a:p>
      </dgm:t>
    </dgm:pt>
    <dgm:pt modelId="{6BE14A32-BE2C-4577-BB6A-D2BC617277EF}" type="sibTrans" cxnId="{BAA987FD-8F82-4E9B-9C93-2451DB6AD69B}">
      <dgm:prSet/>
      <dgm:spPr/>
      <dgm:t>
        <a:bodyPr/>
        <a:lstStyle/>
        <a:p>
          <a:endParaRPr lang="en-US"/>
        </a:p>
      </dgm:t>
    </dgm:pt>
    <dgm:pt modelId="{39F1B13D-0B1F-4E11-A9F5-2368E6F59FB8}" type="pres">
      <dgm:prSet presAssocID="{AB82F975-BCFC-493B-AA76-5B80DF8B0C4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00B6340-A8FB-46BF-BF66-C5D6EFC37C75}" type="pres">
      <dgm:prSet presAssocID="{2D89C119-DBAD-4389-8A71-5C2F5109FC4A}" presName="root" presStyleCnt="0"/>
      <dgm:spPr/>
    </dgm:pt>
    <dgm:pt modelId="{0B344A69-11BF-4296-A72B-CB60F3CA3F3A}" type="pres">
      <dgm:prSet presAssocID="{2D89C119-DBAD-4389-8A71-5C2F5109FC4A}" presName="rootComposite" presStyleCnt="0"/>
      <dgm:spPr/>
    </dgm:pt>
    <dgm:pt modelId="{A3651B3A-B97D-431B-BCEC-F10B8DDB2E01}" type="pres">
      <dgm:prSet presAssocID="{2D89C119-DBAD-4389-8A71-5C2F5109FC4A}" presName="rootText" presStyleLbl="node1" presStyleIdx="0" presStyleCnt="4"/>
      <dgm:spPr/>
    </dgm:pt>
    <dgm:pt modelId="{5ED50334-1BC5-41F5-BC3A-2E2D3461CEFE}" type="pres">
      <dgm:prSet presAssocID="{2D89C119-DBAD-4389-8A71-5C2F5109FC4A}" presName="rootConnector" presStyleLbl="node1" presStyleIdx="0" presStyleCnt="4"/>
      <dgm:spPr/>
    </dgm:pt>
    <dgm:pt modelId="{8B2934F1-3489-45D6-A1E6-B097B487CE6A}" type="pres">
      <dgm:prSet presAssocID="{2D89C119-DBAD-4389-8A71-5C2F5109FC4A}" presName="childShape" presStyleCnt="0"/>
      <dgm:spPr/>
    </dgm:pt>
    <dgm:pt modelId="{E5A3955A-93DE-4F7E-9920-5D37F10D54F9}" type="pres">
      <dgm:prSet presAssocID="{0C5324B8-FA41-41A6-A051-6621A6094373}" presName="root" presStyleCnt="0"/>
      <dgm:spPr/>
    </dgm:pt>
    <dgm:pt modelId="{4380C3FE-5AF8-4798-9554-5B60CAD5E499}" type="pres">
      <dgm:prSet presAssocID="{0C5324B8-FA41-41A6-A051-6621A6094373}" presName="rootComposite" presStyleCnt="0"/>
      <dgm:spPr/>
    </dgm:pt>
    <dgm:pt modelId="{AABF81C0-540C-4C76-83DC-7D72F7DB1F59}" type="pres">
      <dgm:prSet presAssocID="{0C5324B8-FA41-41A6-A051-6621A6094373}" presName="rootText" presStyleLbl="node1" presStyleIdx="1" presStyleCnt="4"/>
      <dgm:spPr/>
    </dgm:pt>
    <dgm:pt modelId="{18CACE3A-4615-46F1-9C39-0AB9410BD66E}" type="pres">
      <dgm:prSet presAssocID="{0C5324B8-FA41-41A6-A051-6621A6094373}" presName="rootConnector" presStyleLbl="node1" presStyleIdx="1" presStyleCnt="4"/>
      <dgm:spPr/>
    </dgm:pt>
    <dgm:pt modelId="{D7976FB9-9AA7-431F-8D41-10B52185FEEE}" type="pres">
      <dgm:prSet presAssocID="{0C5324B8-FA41-41A6-A051-6621A6094373}" presName="childShape" presStyleCnt="0"/>
      <dgm:spPr/>
    </dgm:pt>
    <dgm:pt modelId="{B7AC88F8-B36C-40D0-B3CC-4A7D5E03F7BD}" type="pres">
      <dgm:prSet presAssocID="{918135E9-DA73-4B40-9925-BBFB1081EA8E}" presName="root" presStyleCnt="0"/>
      <dgm:spPr/>
    </dgm:pt>
    <dgm:pt modelId="{07FC8420-CEBC-4D28-972D-7EB104E64D59}" type="pres">
      <dgm:prSet presAssocID="{918135E9-DA73-4B40-9925-BBFB1081EA8E}" presName="rootComposite" presStyleCnt="0"/>
      <dgm:spPr/>
    </dgm:pt>
    <dgm:pt modelId="{AA513D52-00A6-4292-8167-69DB212F605D}" type="pres">
      <dgm:prSet presAssocID="{918135E9-DA73-4B40-9925-BBFB1081EA8E}" presName="rootText" presStyleLbl="node1" presStyleIdx="2" presStyleCnt="4"/>
      <dgm:spPr/>
    </dgm:pt>
    <dgm:pt modelId="{CC20156E-BE2B-491D-92E4-27D27C361F9A}" type="pres">
      <dgm:prSet presAssocID="{918135E9-DA73-4B40-9925-BBFB1081EA8E}" presName="rootConnector" presStyleLbl="node1" presStyleIdx="2" presStyleCnt="4"/>
      <dgm:spPr/>
    </dgm:pt>
    <dgm:pt modelId="{FCFFD4CF-1CDB-4AA9-9CA4-55984DFC9F1E}" type="pres">
      <dgm:prSet presAssocID="{918135E9-DA73-4B40-9925-BBFB1081EA8E}" presName="childShape" presStyleCnt="0"/>
      <dgm:spPr/>
    </dgm:pt>
    <dgm:pt modelId="{7FAB1DF2-4526-4C76-92CC-038CDF76602E}" type="pres">
      <dgm:prSet presAssocID="{17BEF2F9-FD1B-4A0C-9912-E376028275D6}" presName="root" presStyleCnt="0"/>
      <dgm:spPr/>
    </dgm:pt>
    <dgm:pt modelId="{CE43D771-460A-4D45-82B3-72BB279E3EE6}" type="pres">
      <dgm:prSet presAssocID="{17BEF2F9-FD1B-4A0C-9912-E376028275D6}" presName="rootComposite" presStyleCnt="0"/>
      <dgm:spPr/>
    </dgm:pt>
    <dgm:pt modelId="{26E8C463-27FB-4070-AF71-2B1254C0E8E0}" type="pres">
      <dgm:prSet presAssocID="{17BEF2F9-FD1B-4A0C-9912-E376028275D6}" presName="rootText" presStyleLbl="node1" presStyleIdx="3" presStyleCnt="4"/>
      <dgm:spPr/>
    </dgm:pt>
    <dgm:pt modelId="{57BEB8CB-5286-4983-88DD-994C692FBF18}" type="pres">
      <dgm:prSet presAssocID="{17BEF2F9-FD1B-4A0C-9912-E376028275D6}" presName="rootConnector" presStyleLbl="node1" presStyleIdx="3" presStyleCnt="4"/>
      <dgm:spPr/>
    </dgm:pt>
    <dgm:pt modelId="{97C95336-4D8C-4CEE-B800-2F7A202D2D27}" type="pres">
      <dgm:prSet presAssocID="{17BEF2F9-FD1B-4A0C-9912-E376028275D6}" presName="childShape" presStyleCnt="0"/>
      <dgm:spPr/>
    </dgm:pt>
  </dgm:ptLst>
  <dgm:cxnLst>
    <dgm:cxn modelId="{CA3F5D06-8821-4612-B5CA-7BC130C4FD3D}" srcId="{AB82F975-BCFC-493B-AA76-5B80DF8B0C4A}" destId="{2D89C119-DBAD-4389-8A71-5C2F5109FC4A}" srcOrd="0" destOrd="0" parTransId="{30124BAE-4E7E-4DD5-B6AA-4DCF3273747D}" sibTransId="{E4B88953-B238-49BF-AD2C-D83B09D8E21D}"/>
    <dgm:cxn modelId="{98D0793C-80AB-46D1-8B5F-EC2FAE29A75F}" type="presOf" srcId="{AB82F975-BCFC-493B-AA76-5B80DF8B0C4A}" destId="{39F1B13D-0B1F-4E11-A9F5-2368E6F59FB8}" srcOrd="0" destOrd="0" presId="urn:microsoft.com/office/officeart/2005/8/layout/hierarchy3"/>
    <dgm:cxn modelId="{B9B71446-2852-4B9A-AAA5-FFE8CC631F43}" srcId="{AB82F975-BCFC-493B-AA76-5B80DF8B0C4A}" destId="{918135E9-DA73-4B40-9925-BBFB1081EA8E}" srcOrd="2" destOrd="0" parTransId="{24BAC66E-EFF3-4966-99B6-A22CD5323648}" sibTransId="{9DB89941-C51D-4919-9CED-182A0FE53DDB}"/>
    <dgm:cxn modelId="{FFA1126D-B665-4B77-83F2-7BB35AA0955E}" type="presOf" srcId="{17BEF2F9-FD1B-4A0C-9912-E376028275D6}" destId="{26E8C463-27FB-4070-AF71-2B1254C0E8E0}" srcOrd="0" destOrd="0" presId="urn:microsoft.com/office/officeart/2005/8/layout/hierarchy3"/>
    <dgm:cxn modelId="{775CCE8B-48CA-459D-B85A-6F23D0B11D03}" type="presOf" srcId="{2D89C119-DBAD-4389-8A71-5C2F5109FC4A}" destId="{A3651B3A-B97D-431B-BCEC-F10B8DDB2E01}" srcOrd="0" destOrd="0" presId="urn:microsoft.com/office/officeart/2005/8/layout/hierarchy3"/>
    <dgm:cxn modelId="{A1C5B090-E17C-4D53-8B0B-FF7F566602FF}" type="presOf" srcId="{2D89C119-DBAD-4389-8A71-5C2F5109FC4A}" destId="{5ED50334-1BC5-41F5-BC3A-2E2D3461CEFE}" srcOrd="1" destOrd="0" presId="urn:microsoft.com/office/officeart/2005/8/layout/hierarchy3"/>
    <dgm:cxn modelId="{48045A9A-4058-4D2C-8AEB-783151EEA7B8}" srcId="{AB82F975-BCFC-493B-AA76-5B80DF8B0C4A}" destId="{0C5324B8-FA41-41A6-A051-6621A6094373}" srcOrd="1" destOrd="0" parTransId="{FBCC8669-05F0-4FCB-8581-3AEEB733A461}" sibTransId="{C286D8DC-0DFA-4CEA-8D7D-C33526566AD2}"/>
    <dgm:cxn modelId="{55992E9C-C932-4389-A027-339A68A5CB4C}" type="presOf" srcId="{0C5324B8-FA41-41A6-A051-6621A6094373}" destId="{AABF81C0-540C-4C76-83DC-7D72F7DB1F59}" srcOrd="0" destOrd="0" presId="urn:microsoft.com/office/officeart/2005/8/layout/hierarchy3"/>
    <dgm:cxn modelId="{175D10CE-1A3F-4029-9773-AB8A26D579F2}" type="presOf" srcId="{918135E9-DA73-4B40-9925-BBFB1081EA8E}" destId="{AA513D52-00A6-4292-8167-69DB212F605D}" srcOrd="0" destOrd="0" presId="urn:microsoft.com/office/officeart/2005/8/layout/hierarchy3"/>
    <dgm:cxn modelId="{559FADE7-858D-42AD-845B-C86D24FD3C22}" type="presOf" srcId="{0C5324B8-FA41-41A6-A051-6621A6094373}" destId="{18CACE3A-4615-46F1-9C39-0AB9410BD66E}" srcOrd="1" destOrd="0" presId="urn:microsoft.com/office/officeart/2005/8/layout/hierarchy3"/>
    <dgm:cxn modelId="{C5B496EB-3BF4-4F1C-950C-23884E8B6259}" type="presOf" srcId="{17BEF2F9-FD1B-4A0C-9912-E376028275D6}" destId="{57BEB8CB-5286-4983-88DD-994C692FBF18}" srcOrd="1" destOrd="0" presId="urn:microsoft.com/office/officeart/2005/8/layout/hierarchy3"/>
    <dgm:cxn modelId="{7DCDB8FA-EBAF-4718-A612-D34D82F988DD}" type="presOf" srcId="{918135E9-DA73-4B40-9925-BBFB1081EA8E}" destId="{CC20156E-BE2B-491D-92E4-27D27C361F9A}" srcOrd="1" destOrd="0" presId="urn:microsoft.com/office/officeart/2005/8/layout/hierarchy3"/>
    <dgm:cxn modelId="{BAA987FD-8F82-4E9B-9C93-2451DB6AD69B}" srcId="{AB82F975-BCFC-493B-AA76-5B80DF8B0C4A}" destId="{17BEF2F9-FD1B-4A0C-9912-E376028275D6}" srcOrd="3" destOrd="0" parTransId="{CA4AC992-4618-4746-9D15-6E881D5EBA76}" sibTransId="{6BE14A32-BE2C-4577-BB6A-D2BC617277EF}"/>
    <dgm:cxn modelId="{20B4D499-655E-42ED-ABD7-54F143C4EF88}" type="presParOf" srcId="{39F1B13D-0B1F-4E11-A9F5-2368E6F59FB8}" destId="{E00B6340-A8FB-46BF-BF66-C5D6EFC37C75}" srcOrd="0" destOrd="0" presId="urn:microsoft.com/office/officeart/2005/8/layout/hierarchy3"/>
    <dgm:cxn modelId="{B802E84B-8C99-414C-88F0-54E9286E1591}" type="presParOf" srcId="{E00B6340-A8FB-46BF-BF66-C5D6EFC37C75}" destId="{0B344A69-11BF-4296-A72B-CB60F3CA3F3A}" srcOrd="0" destOrd="0" presId="urn:microsoft.com/office/officeart/2005/8/layout/hierarchy3"/>
    <dgm:cxn modelId="{983D639C-F1AA-4B9C-ACC9-2F041A089986}" type="presParOf" srcId="{0B344A69-11BF-4296-A72B-CB60F3CA3F3A}" destId="{A3651B3A-B97D-431B-BCEC-F10B8DDB2E01}" srcOrd="0" destOrd="0" presId="urn:microsoft.com/office/officeart/2005/8/layout/hierarchy3"/>
    <dgm:cxn modelId="{AEBB4FF2-D561-45EF-AE60-7E6F5E4990B5}" type="presParOf" srcId="{0B344A69-11BF-4296-A72B-CB60F3CA3F3A}" destId="{5ED50334-1BC5-41F5-BC3A-2E2D3461CEFE}" srcOrd="1" destOrd="0" presId="urn:microsoft.com/office/officeart/2005/8/layout/hierarchy3"/>
    <dgm:cxn modelId="{D9233424-8EF9-4702-986B-4F557A4145B9}" type="presParOf" srcId="{E00B6340-A8FB-46BF-BF66-C5D6EFC37C75}" destId="{8B2934F1-3489-45D6-A1E6-B097B487CE6A}" srcOrd="1" destOrd="0" presId="urn:microsoft.com/office/officeart/2005/8/layout/hierarchy3"/>
    <dgm:cxn modelId="{E26B0E1B-FD27-48B8-B7B2-FEEA17A0D375}" type="presParOf" srcId="{39F1B13D-0B1F-4E11-A9F5-2368E6F59FB8}" destId="{E5A3955A-93DE-4F7E-9920-5D37F10D54F9}" srcOrd="1" destOrd="0" presId="urn:microsoft.com/office/officeart/2005/8/layout/hierarchy3"/>
    <dgm:cxn modelId="{2A8371ED-89B0-4B4D-88F1-8FEE1DA163BE}" type="presParOf" srcId="{E5A3955A-93DE-4F7E-9920-5D37F10D54F9}" destId="{4380C3FE-5AF8-4798-9554-5B60CAD5E499}" srcOrd="0" destOrd="0" presId="urn:microsoft.com/office/officeart/2005/8/layout/hierarchy3"/>
    <dgm:cxn modelId="{40A5CEAC-D5EA-4245-89CE-64E7E3157EBC}" type="presParOf" srcId="{4380C3FE-5AF8-4798-9554-5B60CAD5E499}" destId="{AABF81C0-540C-4C76-83DC-7D72F7DB1F59}" srcOrd="0" destOrd="0" presId="urn:microsoft.com/office/officeart/2005/8/layout/hierarchy3"/>
    <dgm:cxn modelId="{02CF78CA-BA61-444D-89D3-5DC8493F8F21}" type="presParOf" srcId="{4380C3FE-5AF8-4798-9554-5B60CAD5E499}" destId="{18CACE3A-4615-46F1-9C39-0AB9410BD66E}" srcOrd="1" destOrd="0" presId="urn:microsoft.com/office/officeart/2005/8/layout/hierarchy3"/>
    <dgm:cxn modelId="{26301D6A-5230-49C4-881B-CB71E1DFDD4F}" type="presParOf" srcId="{E5A3955A-93DE-4F7E-9920-5D37F10D54F9}" destId="{D7976FB9-9AA7-431F-8D41-10B52185FEEE}" srcOrd="1" destOrd="0" presId="urn:microsoft.com/office/officeart/2005/8/layout/hierarchy3"/>
    <dgm:cxn modelId="{B7F4AF22-F747-4838-9BFB-835DC44EFB31}" type="presParOf" srcId="{39F1B13D-0B1F-4E11-A9F5-2368E6F59FB8}" destId="{B7AC88F8-B36C-40D0-B3CC-4A7D5E03F7BD}" srcOrd="2" destOrd="0" presId="urn:microsoft.com/office/officeart/2005/8/layout/hierarchy3"/>
    <dgm:cxn modelId="{C3F68C4F-97D9-4453-83E8-1A7400BF773B}" type="presParOf" srcId="{B7AC88F8-B36C-40D0-B3CC-4A7D5E03F7BD}" destId="{07FC8420-CEBC-4D28-972D-7EB104E64D59}" srcOrd="0" destOrd="0" presId="urn:microsoft.com/office/officeart/2005/8/layout/hierarchy3"/>
    <dgm:cxn modelId="{2FA202B1-FEB5-4B7E-9585-08B811B59FBF}" type="presParOf" srcId="{07FC8420-CEBC-4D28-972D-7EB104E64D59}" destId="{AA513D52-00A6-4292-8167-69DB212F605D}" srcOrd="0" destOrd="0" presId="urn:microsoft.com/office/officeart/2005/8/layout/hierarchy3"/>
    <dgm:cxn modelId="{F5CA6A1D-8DBA-4311-ABD4-6088627947CD}" type="presParOf" srcId="{07FC8420-CEBC-4D28-972D-7EB104E64D59}" destId="{CC20156E-BE2B-491D-92E4-27D27C361F9A}" srcOrd="1" destOrd="0" presId="urn:microsoft.com/office/officeart/2005/8/layout/hierarchy3"/>
    <dgm:cxn modelId="{2307A354-0351-461D-A8B2-FBB9FE2FF82D}" type="presParOf" srcId="{B7AC88F8-B36C-40D0-B3CC-4A7D5E03F7BD}" destId="{FCFFD4CF-1CDB-4AA9-9CA4-55984DFC9F1E}" srcOrd="1" destOrd="0" presId="urn:microsoft.com/office/officeart/2005/8/layout/hierarchy3"/>
    <dgm:cxn modelId="{B5FB7EE8-201C-41A2-A031-EA26FBC8C2A2}" type="presParOf" srcId="{39F1B13D-0B1F-4E11-A9F5-2368E6F59FB8}" destId="{7FAB1DF2-4526-4C76-92CC-038CDF76602E}" srcOrd="3" destOrd="0" presId="urn:microsoft.com/office/officeart/2005/8/layout/hierarchy3"/>
    <dgm:cxn modelId="{B6F9926B-CA8F-4FEA-9722-45881A7035CD}" type="presParOf" srcId="{7FAB1DF2-4526-4C76-92CC-038CDF76602E}" destId="{CE43D771-460A-4D45-82B3-72BB279E3EE6}" srcOrd="0" destOrd="0" presId="urn:microsoft.com/office/officeart/2005/8/layout/hierarchy3"/>
    <dgm:cxn modelId="{E42D8840-C19C-4640-9B03-83CFFDBA0F79}" type="presParOf" srcId="{CE43D771-460A-4D45-82B3-72BB279E3EE6}" destId="{26E8C463-27FB-4070-AF71-2B1254C0E8E0}" srcOrd="0" destOrd="0" presId="urn:microsoft.com/office/officeart/2005/8/layout/hierarchy3"/>
    <dgm:cxn modelId="{AD2F6DB8-F2E2-40B3-A5EB-69B97A772C22}" type="presParOf" srcId="{CE43D771-460A-4D45-82B3-72BB279E3EE6}" destId="{57BEB8CB-5286-4983-88DD-994C692FBF18}" srcOrd="1" destOrd="0" presId="urn:microsoft.com/office/officeart/2005/8/layout/hierarchy3"/>
    <dgm:cxn modelId="{0F0C2CC8-B318-40AE-B39B-F60AD5AF64DD}" type="presParOf" srcId="{7FAB1DF2-4526-4C76-92CC-038CDF76602E}" destId="{97C95336-4D8C-4CEE-B800-2F7A202D2D27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FCAE99D-8858-4DE2-8E01-16B8F6846E0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1D355C4-AE9D-40E2-950A-C872A34AC39D}">
      <dgm:prSet/>
      <dgm:spPr/>
      <dgm:t>
        <a:bodyPr/>
        <a:lstStyle/>
        <a:p>
          <a:r>
            <a:rPr lang="en-US"/>
            <a:t>Severity distribution: Most crashes are lower severity; severe classes are rarer (class imbalance).</a:t>
          </a:r>
        </a:p>
      </dgm:t>
    </dgm:pt>
    <dgm:pt modelId="{3D833285-B3D3-4E97-852B-0FFA7FE0EB4C}" type="parTrans" cxnId="{3BEC2717-56B1-4A20-B8BB-DC03E9356DCF}">
      <dgm:prSet/>
      <dgm:spPr/>
      <dgm:t>
        <a:bodyPr/>
        <a:lstStyle/>
        <a:p>
          <a:endParaRPr lang="en-US"/>
        </a:p>
      </dgm:t>
    </dgm:pt>
    <dgm:pt modelId="{616505D7-0B40-40F8-AFF6-4653F9147914}" type="sibTrans" cxnId="{3BEC2717-56B1-4A20-B8BB-DC03E9356DCF}">
      <dgm:prSet/>
      <dgm:spPr/>
      <dgm:t>
        <a:bodyPr/>
        <a:lstStyle/>
        <a:p>
          <a:endParaRPr lang="en-US"/>
        </a:p>
      </dgm:t>
    </dgm:pt>
    <dgm:pt modelId="{52D5E5A5-C7E9-4E8C-8EE5-4087DF1239DD}" type="pres">
      <dgm:prSet presAssocID="{9FCAE99D-8858-4DE2-8E01-16B8F6846E0D}" presName="linear" presStyleCnt="0">
        <dgm:presLayoutVars>
          <dgm:animLvl val="lvl"/>
          <dgm:resizeHandles val="exact"/>
        </dgm:presLayoutVars>
      </dgm:prSet>
      <dgm:spPr/>
    </dgm:pt>
    <dgm:pt modelId="{2221724E-D756-4B37-BB82-747151C00294}" type="pres">
      <dgm:prSet presAssocID="{D1D355C4-AE9D-40E2-950A-C872A34AC39D}" presName="parentText" presStyleLbl="node1" presStyleIdx="0" presStyleCnt="1" custLinFactNeighborY="-46487">
        <dgm:presLayoutVars>
          <dgm:chMax val="0"/>
          <dgm:bulletEnabled val="1"/>
        </dgm:presLayoutVars>
      </dgm:prSet>
      <dgm:spPr/>
    </dgm:pt>
  </dgm:ptLst>
  <dgm:cxnLst>
    <dgm:cxn modelId="{3BEC2717-56B1-4A20-B8BB-DC03E9356DCF}" srcId="{9FCAE99D-8858-4DE2-8E01-16B8F6846E0D}" destId="{D1D355C4-AE9D-40E2-950A-C872A34AC39D}" srcOrd="0" destOrd="0" parTransId="{3D833285-B3D3-4E97-852B-0FFA7FE0EB4C}" sibTransId="{616505D7-0B40-40F8-AFF6-4653F9147914}"/>
    <dgm:cxn modelId="{BDA60919-AECF-4BA9-86F8-CC68961084DB}" type="presOf" srcId="{D1D355C4-AE9D-40E2-950A-C872A34AC39D}" destId="{2221724E-D756-4B37-BB82-747151C00294}" srcOrd="0" destOrd="0" presId="urn:microsoft.com/office/officeart/2005/8/layout/vList2"/>
    <dgm:cxn modelId="{7F020AA0-D652-429F-9F5F-08429DBF5D0F}" type="presOf" srcId="{9FCAE99D-8858-4DE2-8E01-16B8F6846E0D}" destId="{52D5E5A5-C7E9-4E8C-8EE5-4087DF1239DD}" srcOrd="0" destOrd="0" presId="urn:microsoft.com/office/officeart/2005/8/layout/vList2"/>
    <dgm:cxn modelId="{8CD151B5-36E4-41A8-86C7-E90E73F1FB19}" type="presParOf" srcId="{52D5E5A5-C7E9-4E8C-8EE5-4087DF1239DD}" destId="{2221724E-D756-4B37-BB82-747151C0029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FCAE99D-8858-4DE2-8E01-16B8F6846E0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8A29AC4-D561-4240-912F-8C18F15093FB}">
      <dgm:prSet/>
      <dgm:spPr/>
      <dgm:t>
        <a:bodyPr/>
        <a:lstStyle/>
        <a:p>
          <a:r>
            <a:rPr lang="en-US" dirty="0"/>
            <a:t>Accidents by hour: Peaks during morning/evening rush hours; fewer late at night.</a:t>
          </a:r>
        </a:p>
      </dgm:t>
    </dgm:pt>
    <dgm:pt modelId="{365F2822-2068-4FAC-A336-848E36C7B6AE}" type="parTrans" cxnId="{29993E11-4036-440F-8A29-B12D58D6D903}">
      <dgm:prSet/>
      <dgm:spPr/>
      <dgm:t>
        <a:bodyPr/>
        <a:lstStyle/>
        <a:p>
          <a:endParaRPr lang="en-US"/>
        </a:p>
      </dgm:t>
    </dgm:pt>
    <dgm:pt modelId="{32A6909E-C16E-4D66-B5CA-FCE6053C1A7E}" type="sibTrans" cxnId="{29993E11-4036-440F-8A29-B12D58D6D903}">
      <dgm:prSet/>
      <dgm:spPr/>
      <dgm:t>
        <a:bodyPr/>
        <a:lstStyle/>
        <a:p>
          <a:endParaRPr lang="en-US"/>
        </a:p>
      </dgm:t>
    </dgm:pt>
    <dgm:pt modelId="{52D5E5A5-C7E9-4E8C-8EE5-4087DF1239DD}" type="pres">
      <dgm:prSet presAssocID="{9FCAE99D-8858-4DE2-8E01-16B8F6846E0D}" presName="linear" presStyleCnt="0">
        <dgm:presLayoutVars>
          <dgm:animLvl val="lvl"/>
          <dgm:resizeHandles val="exact"/>
        </dgm:presLayoutVars>
      </dgm:prSet>
      <dgm:spPr/>
    </dgm:pt>
    <dgm:pt modelId="{EA3FC691-493C-4341-AD9B-62351FA9B4DD}" type="pres">
      <dgm:prSet presAssocID="{38A29AC4-D561-4240-912F-8C18F15093F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9993E11-4036-440F-8A29-B12D58D6D903}" srcId="{9FCAE99D-8858-4DE2-8E01-16B8F6846E0D}" destId="{38A29AC4-D561-4240-912F-8C18F15093FB}" srcOrd="0" destOrd="0" parTransId="{365F2822-2068-4FAC-A336-848E36C7B6AE}" sibTransId="{32A6909E-C16E-4D66-B5CA-FCE6053C1A7E}"/>
    <dgm:cxn modelId="{4F006964-6EF1-4295-BDFE-DAE571383348}" type="presOf" srcId="{38A29AC4-D561-4240-912F-8C18F15093FB}" destId="{EA3FC691-493C-4341-AD9B-62351FA9B4DD}" srcOrd="0" destOrd="0" presId="urn:microsoft.com/office/officeart/2005/8/layout/vList2"/>
    <dgm:cxn modelId="{7F020AA0-D652-429F-9F5F-08429DBF5D0F}" type="presOf" srcId="{9FCAE99D-8858-4DE2-8E01-16B8F6846E0D}" destId="{52D5E5A5-C7E9-4E8C-8EE5-4087DF1239DD}" srcOrd="0" destOrd="0" presId="urn:microsoft.com/office/officeart/2005/8/layout/vList2"/>
    <dgm:cxn modelId="{51262E8C-8280-4711-94C9-2FD0E8304F7F}" type="presParOf" srcId="{52D5E5A5-C7E9-4E8C-8EE5-4087DF1239DD}" destId="{EA3FC691-493C-4341-AD9B-62351FA9B4D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FCAE99D-8858-4DE2-8E01-16B8F6846E0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EF138EC-FDF2-480E-B502-8A9B8FE0250E}">
      <dgm:prSet/>
      <dgm:spPr/>
      <dgm:t>
        <a:bodyPr/>
        <a:lstStyle/>
        <a:p>
          <a:r>
            <a:rPr lang="en-US"/>
            <a:t>Weather vs severity: Rain/snow/fog associated with higher severity; clear weather has many crashes due to volume.</a:t>
          </a:r>
        </a:p>
      </dgm:t>
    </dgm:pt>
    <dgm:pt modelId="{23BCFFB1-CD1D-4E33-8155-991CDD4F6295}" type="parTrans" cxnId="{C400FC34-B557-456E-97F5-FF906374F510}">
      <dgm:prSet/>
      <dgm:spPr/>
      <dgm:t>
        <a:bodyPr/>
        <a:lstStyle/>
        <a:p>
          <a:endParaRPr lang="en-US"/>
        </a:p>
      </dgm:t>
    </dgm:pt>
    <dgm:pt modelId="{3389FCFB-DB38-4214-A6E8-D90076E11CFB}" type="sibTrans" cxnId="{C400FC34-B557-456E-97F5-FF906374F510}">
      <dgm:prSet/>
      <dgm:spPr/>
      <dgm:t>
        <a:bodyPr/>
        <a:lstStyle/>
        <a:p>
          <a:endParaRPr lang="en-US"/>
        </a:p>
      </dgm:t>
    </dgm:pt>
    <dgm:pt modelId="{52D5E5A5-C7E9-4E8C-8EE5-4087DF1239DD}" type="pres">
      <dgm:prSet presAssocID="{9FCAE99D-8858-4DE2-8E01-16B8F6846E0D}" presName="linear" presStyleCnt="0">
        <dgm:presLayoutVars>
          <dgm:animLvl val="lvl"/>
          <dgm:resizeHandles val="exact"/>
        </dgm:presLayoutVars>
      </dgm:prSet>
      <dgm:spPr/>
    </dgm:pt>
    <dgm:pt modelId="{C9A9994E-068C-40FC-9122-EDF30FEE3F13}" type="pres">
      <dgm:prSet presAssocID="{3EF138EC-FDF2-480E-B502-8A9B8FE0250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400FC34-B557-456E-97F5-FF906374F510}" srcId="{9FCAE99D-8858-4DE2-8E01-16B8F6846E0D}" destId="{3EF138EC-FDF2-480E-B502-8A9B8FE0250E}" srcOrd="0" destOrd="0" parTransId="{23BCFFB1-CD1D-4E33-8155-991CDD4F6295}" sibTransId="{3389FCFB-DB38-4214-A6E8-D90076E11CFB}"/>
    <dgm:cxn modelId="{7F020AA0-D652-429F-9F5F-08429DBF5D0F}" type="presOf" srcId="{9FCAE99D-8858-4DE2-8E01-16B8F6846E0D}" destId="{52D5E5A5-C7E9-4E8C-8EE5-4087DF1239DD}" srcOrd="0" destOrd="0" presId="urn:microsoft.com/office/officeart/2005/8/layout/vList2"/>
    <dgm:cxn modelId="{2A222AC8-8C33-4C19-AC4F-04A9892189CE}" type="presOf" srcId="{3EF138EC-FDF2-480E-B502-8A9B8FE0250E}" destId="{C9A9994E-068C-40FC-9122-EDF30FEE3F13}" srcOrd="0" destOrd="0" presId="urn:microsoft.com/office/officeart/2005/8/layout/vList2"/>
    <dgm:cxn modelId="{82B9F0C3-ED2F-4257-9162-7BFED1BDD872}" type="presParOf" srcId="{52D5E5A5-C7E9-4E8C-8EE5-4087DF1239DD}" destId="{C9A9994E-068C-40FC-9122-EDF30FEE3F1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FCAE99D-8858-4DE2-8E01-16B8F6846E0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CAA2AB-08E1-4A57-B4B2-8D2F160C55F9}">
      <dgm:prSet/>
      <dgm:spPr/>
      <dgm:t>
        <a:bodyPr/>
        <a:lstStyle/>
        <a:p>
          <a:r>
            <a:rPr lang="en-US"/>
            <a:t>Visibility &amp; temperature: Low visibility and extreme temperatures indicate increased risk.</a:t>
          </a:r>
        </a:p>
      </dgm:t>
    </dgm:pt>
    <dgm:pt modelId="{7A5CC91E-63AF-4E0C-9C16-EAC7B972A84A}" type="parTrans" cxnId="{7E5969AE-8B15-46CA-9DD9-826E67233B28}">
      <dgm:prSet/>
      <dgm:spPr/>
      <dgm:t>
        <a:bodyPr/>
        <a:lstStyle/>
        <a:p>
          <a:endParaRPr lang="en-US"/>
        </a:p>
      </dgm:t>
    </dgm:pt>
    <dgm:pt modelId="{85449050-87D4-4D21-A47E-A91EF75DE485}" type="sibTrans" cxnId="{7E5969AE-8B15-46CA-9DD9-826E67233B28}">
      <dgm:prSet/>
      <dgm:spPr/>
      <dgm:t>
        <a:bodyPr/>
        <a:lstStyle/>
        <a:p>
          <a:endParaRPr lang="en-US"/>
        </a:p>
      </dgm:t>
    </dgm:pt>
    <dgm:pt modelId="{52D5E5A5-C7E9-4E8C-8EE5-4087DF1239DD}" type="pres">
      <dgm:prSet presAssocID="{9FCAE99D-8858-4DE2-8E01-16B8F6846E0D}" presName="linear" presStyleCnt="0">
        <dgm:presLayoutVars>
          <dgm:animLvl val="lvl"/>
          <dgm:resizeHandles val="exact"/>
        </dgm:presLayoutVars>
      </dgm:prSet>
      <dgm:spPr/>
    </dgm:pt>
    <dgm:pt modelId="{92D735D7-2E40-46A9-B6E3-D72C15CB833B}" type="pres">
      <dgm:prSet presAssocID="{8CCAA2AB-08E1-4A57-B4B2-8D2F160C55F9}" presName="parentText" presStyleLbl="node1" presStyleIdx="0" presStyleCnt="1" custLinFactNeighborY="-28123">
        <dgm:presLayoutVars>
          <dgm:chMax val="0"/>
          <dgm:bulletEnabled val="1"/>
        </dgm:presLayoutVars>
      </dgm:prSet>
      <dgm:spPr/>
    </dgm:pt>
  </dgm:ptLst>
  <dgm:cxnLst>
    <dgm:cxn modelId="{7F020AA0-D652-429F-9F5F-08429DBF5D0F}" type="presOf" srcId="{9FCAE99D-8858-4DE2-8E01-16B8F6846E0D}" destId="{52D5E5A5-C7E9-4E8C-8EE5-4087DF1239DD}" srcOrd="0" destOrd="0" presId="urn:microsoft.com/office/officeart/2005/8/layout/vList2"/>
    <dgm:cxn modelId="{7E5969AE-8B15-46CA-9DD9-826E67233B28}" srcId="{9FCAE99D-8858-4DE2-8E01-16B8F6846E0D}" destId="{8CCAA2AB-08E1-4A57-B4B2-8D2F160C55F9}" srcOrd="0" destOrd="0" parTransId="{7A5CC91E-63AF-4E0C-9C16-EAC7B972A84A}" sibTransId="{85449050-87D4-4D21-A47E-A91EF75DE485}"/>
    <dgm:cxn modelId="{968FC9F8-3DFC-4C43-85DD-5FF4376F240C}" type="presOf" srcId="{8CCAA2AB-08E1-4A57-B4B2-8D2F160C55F9}" destId="{92D735D7-2E40-46A9-B6E3-D72C15CB833B}" srcOrd="0" destOrd="0" presId="urn:microsoft.com/office/officeart/2005/8/layout/vList2"/>
    <dgm:cxn modelId="{10EDB216-295A-4647-A806-01F9A3F209B6}" type="presParOf" srcId="{52D5E5A5-C7E9-4E8C-8EE5-4087DF1239DD}" destId="{92D735D7-2E40-46A9-B6E3-D72C15CB833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FCAE99D-8858-4DE2-8E01-16B8F6846E0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D19B0C4-67D8-4721-B768-D5C894D32F96}">
      <dgm:prSet/>
      <dgm:spPr/>
      <dgm:t>
        <a:bodyPr/>
        <a:lstStyle/>
        <a:p>
          <a:r>
            <a:rPr lang="en-US" dirty="0"/>
            <a:t>Correlations: Negative correlation between visibility and severity; weak–moderate for some weather variables.</a:t>
          </a:r>
        </a:p>
      </dgm:t>
    </dgm:pt>
    <dgm:pt modelId="{46BE36EC-ED5E-4A25-9AF3-F39092E42E50}" type="parTrans" cxnId="{624638A3-0156-459B-BC1A-FE243678CC67}">
      <dgm:prSet/>
      <dgm:spPr/>
      <dgm:t>
        <a:bodyPr/>
        <a:lstStyle/>
        <a:p>
          <a:endParaRPr lang="en-US"/>
        </a:p>
      </dgm:t>
    </dgm:pt>
    <dgm:pt modelId="{21CECA19-B792-48A0-9C81-11C8E4CC61A6}" type="sibTrans" cxnId="{624638A3-0156-459B-BC1A-FE243678CC67}">
      <dgm:prSet/>
      <dgm:spPr/>
      <dgm:t>
        <a:bodyPr/>
        <a:lstStyle/>
        <a:p>
          <a:endParaRPr lang="en-US"/>
        </a:p>
      </dgm:t>
    </dgm:pt>
    <dgm:pt modelId="{52D5E5A5-C7E9-4E8C-8EE5-4087DF1239DD}" type="pres">
      <dgm:prSet presAssocID="{9FCAE99D-8858-4DE2-8E01-16B8F6846E0D}" presName="linear" presStyleCnt="0">
        <dgm:presLayoutVars>
          <dgm:animLvl val="lvl"/>
          <dgm:resizeHandles val="exact"/>
        </dgm:presLayoutVars>
      </dgm:prSet>
      <dgm:spPr/>
    </dgm:pt>
    <dgm:pt modelId="{028EED9C-C066-44B4-9AB1-49FD724F15CF}" type="pres">
      <dgm:prSet presAssocID="{4D19B0C4-67D8-4721-B768-D5C894D32F9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F020AA0-D652-429F-9F5F-08429DBF5D0F}" type="presOf" srcId="{9FCAE99D-8858-4DE2-8E01-16B8F6846E0D}" destId="{52D5E5A5-C7E9-4E8C-8EE5-4087DF1239DD}" srcOrd="0" destOrd="0" presId="urn:microsoft.com/office/officeart/2005/8/layout/vList2"/>
    <dgm:cxn modelId="{9C4EF8A0-3C43-4789-83E7-D24754DF9543}" type="presOf" srcId="{4D19B0C4-67D8-4721-B768-D5C894D32F96}" destId="{028EED9C-C066-44B4-9AB1-49FD724F15CF}" srcOrd="0" destOrd="0" presId="urn:microsoft.com/office/officeart/2005/8/layout/vList2"/>
    <dgm:cxn modelId="{624638A3-0156-459B-BC1A-FE243678CC67}" srcId="{9FCAE99D-8858-4DE2-8E01-16B8F6846E0D}" destId="{4D19B0C4-67D8-4721-B768-D5C894D32F96}" srcOrd="0" destOrd="0" parTransId="{46BE36EC-ED5E-4A25-9AF3-F39092E42E50}" sibTransId="{21CECA19-B792-48A0-9C81-11C8E4CC61A6}"/>
    <dgm:cxn modelId="{FE133891-C040-4412-9990-50E95DB8923A}" type="presParOf" srcId="{52D5E5A5-C7E9-4E8C-8EE5-4087DF1239DD}" destId="{028EED9C-C066-44B4-9AB1-49FD724F15C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89DF105-B368-436C-9E3B-BE345E63357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83F316A-9CA8-42D9-98F6-D2E0643F064B}">
      <dgm:prSet/>
      <dgm:spPr/>
      <dgm:t>
        <a:bodyPr/>
        <a:lstStyle/>
        <a:p>
          <a:r>
            <a:rPr lang="en-US"/>
            <a:t>Split: 70% training, 15% validation, 15% test (stratified where applicable).</a:t>
          </a:r>
        </a:p>
      </dgm:t>
    </dgm:pt>
    <dgm:pt modelId="{4F38BF40-FD46-4A5C-9D9F-CE4D74BA4E56}" type="parTrans" cxnId="{394B3D3A-E7AF-40EE-8954-4044FBA5F2D6}">
      <dgm:prSet/>
      <dgm:spPr/>
      <dgm:t>
        <a:bodyPr/>
        <a:lstStyle/>
        <a:p>
          <a:endParaRPr lang="en-US"/>
        </a:p>
      </dgm:t>
    </dgm:pt>
    <dgm:pt modelId="{771A8BF6-E9C5-46EF-BE08-AC171839E78B}" type="sibTrans" cxnId="{394B3D3A-E7AF-40EE-8954-4044FBA5F2D6}">
      <dgm:prSet/>
      <dgm:spPr/>
      <dgm:t>
        <a:bodyPr/>
        <a:lstStyle/>
        <a:p>
          <a:endParaRPr lang="en-US"/>
        </a:p>
      </dgm:t>
    </dgm:pt>
    <dgm:pt modelId="{995A92CF-375E-445A-8F79-1F98B03AD830}">
      <dgm:prSet/>
      <dgm:spPr/>
      <dgm:t>
        <a:bodyPr/>
        <a:lstStyle/>
        <a:p>
          <a:r>
            <a:rPr lang="en-US"/>
            <a:t>Feature types:</a:t>
          </a:r>
        </a:p>
      </dgm:t>
    </dgm:pt>
    <dgm:pt modelId="{2E0EFC8D-9EEB-413C-BC5A-2640FC15B706}" type="parTrans" cxnId="{AD747386-CC2D-4E1D-92A5-1698350BD956}">
      <dgm:prSet/>
      <dgm:spPr/>
      <dgm:t>
        <a:bodyPr/>
        <a:lstStyle/>
        <a:p>
          <a:endParaRPr lang="en-US"/>
        </a:p>
      </dgm:t>
    </dgm:pt>
    <dgm:pt modelId="{7C03306E-FF8A-466F-B336-D563DB729D18}" type="sibTrans" cxnId="{AD747386-CC2D-4E1D-92A5-1698350BD956}">
      <dgm:prSet/>
      <dgm:spPr/>
      <dgm:t>
        <a:bodyPr/>
        <a:lstStyle/>
        <a:p>
          <a:endParaRPr lang="en-US"/>
        </a:p>
      </dgm:t>
    </dgm:pt>
    <dgm:pt modelId="{78F472B2-023D-4B3A-8F5C-1B994040D964}">
      <dgm:prSet/>
      <dgm:spPr/>
      <dgm:t>
        <a:bodyPr/>
        <a:lstStyle/>
        <a:p>
          <a:r>
            <a:rPr lang="en-US"/>
            <a:t>• Numerical: impute + standardize (mean 0, std 1).</a:t>
          </a:r>
        </a:p>
      </dgm:t>
    </dgm:pt>
    <dgm:pt modelId="{95160EEE-518F-4A24-AB7D-DF258BCA52AE}" type="parTrans" cxnId="{AD49F17A-D36D-4D37-BE41-5E67C0A1B2DC}">
      <dgm:prSet/>
      <dgm:spPr/>
      <dgm:t>
        <a:bodyPr/>
        <a:lstStyle/>
        <a:p>
          <a:endParaRPr lang="en-US"/>
        </a:p>
      </dgm:t>
    </dgm:pt>
    <dgm:pt modelId="{B662E8DA-89FD-495C-82FF-659B03414968}" type="sibTrans" cxnId="{AD49F17A-D36D-4D37-BE41-5E67C0A1B2DC}">
      <dgm:prSet/>
      <dgm:spPr/>
      <dgm:t>
        <a:bodyPr/>
        <a:lstStyle/>
        <a:p>
          <a:endParaRPr lang="en-US"/>
        </a:p>
      </dgm:t>
    </dgm:pt>
    <dgm:pt modelId="{8C496AB6-9BDB-4949-8461-80C9646325A6}">
      <dgm:prSet/>
      <dgm:spPr/>
      <dgm:t>
        <a:bodyPr/>
        <a:lstStyle/>
        <a:p>
          <a:r>
            <a:rPr lang="en-US"/>
            <a:t>• Categorical: one-hot encoding; handle unknowns; drop first category.</a:t>
          </a:r>
        </a:p>
      </dgm:t>
    </dgm:pt>
    <dgm:pt modelId="{3F7B5C54-EBAE-412E-AFE2-FE2352EF37B7}" type="parTrans" cxnId="{05A80824-3758-44AB-8EB3-FD88F4C2C003}">
      <dgm:prSet/>
      <dgm:spPr/>
      <dgm:t>
        <a:bodyPr/>
        <a:lstStyle/>
        <a:p>
          <a:endParaRPr lang="en-US"/>
        </a:p>
      </dgm:t>
    </dgm:pt>
    <dgm:pt modelId="{C48A0635-4CF3-48D1-982C-CA62CA5E78A5}" type="sibTrans" cxnId="{05A80824-3758-44AB-8EB3-FD88F4C2C003}">
      <dgm:prSet/>
      <dgm:spPr/>
      <dgm:t>
        <a:bodyPr/>
        <a:lstStyle/>
        <a:p>
          <a:endParaRPr lang="en-US"/>
        </a:p>
      </dgm:t>
    </dgm:pt>
    <dgm:pt modelId="{D2DC99A9-85B2-4823-9854-C407E40EA3EF}">
      <dgm:prSet/>
      <dgm:spPr/>
      <dgm:t>
        <a:bodyPr/>
        <a:lstStyle/>
        <a:p>
          <a:r>
            <a:rPr lang="en-US"/>
            <a:t>Used ColumnTransformer + Pipeline to ensure reproducibility and avoid data leakage.</a:t>
          </a:r>
        </a:p>
      </dgm:t>
    </dgm:pt>
    <dgm:pt modelId="{01E93E6A-027F-496C-9F66-EF87018C7453}" type="parTrans" cxnId="{7789E886-B890-4F1D-AB86-847CB1D906D3}">
      <dgm:prSet/>
      <dgm:spPr/>
      <dgm:t>
        <a:bodyPr/>
        <a:lstStyle/>
        <a:p>
          <a:endParaRPr lang="en-US"/>
        </a:p>
      </dgm:t>
    </dgm:pt>
    <dgm:pt modelId="{95A87F94-5A62-4539-AD69-F0BA067464FE}" type="sibTrans" cxnId="{7789E886-B890-4F1D-AB86-847CB1D906D3}">
      <dgm:prSet/>
      <dgm:spPr/>
      <dgm:t>
        <a:bodyPr/>
        <a:lstStyle/>
        <a:p>
          <a:endParaRPr lang="en-US"/>
        </a:p>
      </dgm:t>
    </dgm:pt>
    <dgm:pt modelId="{8716F708-BB11-4B31-822C-3EE79C6C7D7D}">
      <dgm:prSet/>
      <dgm:spPr/>
      <dgm:t>
        <a:bodyPr/>
        <a:lstStyle/>
        <a:p>
          <a:r>
            <a:rPr lang="en-US" dirty="0"/>
            <a:t>Post-preprocessing training shape reported as (70000, 879), Validation set shape as(15000, 879)</a:t>
          </a:r>
        </a:p>
      </dgm:t>
    </dgm:pt>
    <dgm:pt modelId="{68258E59-84D3-4E7E-8667-736306CE513D}" type="parTrans" cxnId="{E1CEA1C3-132C-43E6-9C0F-C2FB15E88CEE}">
      <dgm:prSet/>
      <dgm:spPr/>
      <dgm:t>
        <a:bodyPr/>
        <a:lstStyle/>
        <a:p>
          <a:endParaRPr lang="en-US"/>
        </a:p>
      </dgm:t>
    </dgm:pt>
    <dgm:pt modelId="{8FE2B003-CF19-4BA5-94DC-AA0B38955B0C}" type="sibTrans" cxnId="{E1CEA1C3-132C-43E6-9C0F-C2FB15E88CEE}">
      <dgm:prSet/>
      <dgm:spPr/>
      <dgm:t>
        <a:bodyPr/>
        <a:lstStyle/>
        <a:p>
          <a:endParaRPr lang="en-US"/>
        </a:p>
      </dgm:t>
    </dgm:pt>
    <dgm:pt modelId="{C401A50E-E6D9-4869-AB59-179E9988B72B}" type="pres">
      <dgm:prSet presAssocID="{B89DF105-B368-436C-9E3B-BE345E633573}" presName="vert0" presStyleCnt="0">
        <dgm:presLayoutVars>
          <dgm:dir/>
          <dgm:animOne val="branch"/>
          <dgm:animLvl val="lvl"/>
        </dgm:presLayoutVars>
      </dgm:prSet>
      <dgm:spPr/>
    </dgm:pt>
    <dgm:pt modelId="{A085BB78-EBEC-45F8-BBF2-7916AA80B3A1}" type="pres">
      <dgm:prSet presAssocID="{283F316A-9CA8-42D9-98F6-D2E0643F064B}" presName="thickLine" presStyleLbl="alignNode1" presStyleIdx="0" presStyleCnt="6"/>
      <dgm:spPr/>
    </dgm:pt>
    <dgm:pt modelId="{DC38410E-5A90-4A34-9B1B-F5C689285151}" type="pres">
      <dgm:prSet presAssocID="{283F316A-9CA8-42D9-98F6-D2E0643F064B}" presName="horz1" presStyleCnt="0"/>
      <dgm:spPr/>
    </dgm:pt>
    <dgm:pt modelId="{4E58CA38-1DF8-4797-9908-C4859F94B38B}" type="pres">
      <dgm:prSet presAssocID="{283F316A-9CA8-42D9-98F6-D2E0643F064B}" presName="tx1" presStyleLbl="revTx" presStyleIdx="0" presStyleCnt="6"/>
      <dgm:spPr/>
    </dgm:pt>
    <dgm:pt modelId="{AE4B3610-DC9B-45FA-B536-2AA5D4BE9490}" type="pres">
      <dgm:prSet presAssocID="{283F316A-9CA8-42D9-98F6-D2E0643F064B}" presName="vert1" presStyleCnt="0"/>
      <dgm:spPr/>
    </dgm:pt>
    <dgm:pt modelId="{7240EB91-7049-402C-83EE-374DC0841209}" type="pres">
      <dgm:prSet presAssocID="{995A92CF-375E-445A-8F79-1F98B03AD830}" presName="thickLine" presStyleLbl="alignNode1" presStyleIdx="1" presStyleCnt="6"/>
      <dgm:spPr/>
    </dgm:pt>
    <dgm:pt modelId="{22E82A77-49CD-46F6-98AE-70BDE4679265}" type="pres">
      <dgm:prSet presAssocID="{995A92CF-375E-445A-8F79-1F98B03AD830}" presName="horz1" presStyleCnt="0"/>
      <dgm:spPr/>
    </dgm:pt>
    <dgm:pt modelId="{FCFEDCD7-40DF-4BE8-A9BC-D46C703ADA9A}" type="pres">
      <dgm:prSet presAssocID="{995A92CF-375E-445A-8F79-1F98B03AD830}" presName="tx1" presStyleLbl="revTx" presStyleIdx="1" presStyleCnt="6"/>
      <dgm:spPr/>
    </dgm:pt>
    <dgm:pt modelId="{F8023CF7-6E02-4433-A73C-DA1BE0FFEFAC}" type="pres">
      <dgm:prSet presAssocID="{995A92CF-375E-445A-8F79-1F98B03AD830}" presName="vert1" presStyleCnt="0"/>
      <dgm:spPr/>
    </dgm:pt>
    <dgm:pt modelId="{F01179D0-3662-42C6-A60A-9CF94012AC9C}" type="pres">
      <dgm:prSet presAssocID="{78F472B2-023D-4B3A-8F5C-1B994040D964}" presName="thickLine" presStyleLbl="alignNode1" presStyleIdx="2" presStyleCnt="6"/>
      <dgm:spPr/>
    </dgm:pt>
    <dgm:pt modelId="{F9C330EF-EFD5-4A5F-9A97-95E17AD29C43}" type="pres">
      <dgm:prSet presAssocID="{78F472B2-023D-4B3A-8F5C-1B994040D964}" presName="horz1" presStyleCnt="0"/>
      <dgm:spPr/>
    </dgm:pt>
    <dgm:pt modelId="{3088F06E-A158-455F-8E51-0C109551D55F}" type="pres">
      <dgm:prSet presAssocID="{78F472B2-023D-4B3A-8F5C-1B994040D964}" presName="tx1" presStyleLbl="revTx" presStyleIdx="2" presStyleCnt="6"/>
      <dgm:spPr/>
    </dgm:pt>
    <dgm:pt modelId="{9EAC1586-03C9-46F8-90C9-35438D1D1AB2}" type="pres">
      <dgm:prSet presAssocID="{78F472B2-023D-4B3A-8F5C-1B994040D964}" presName="vert1" presStyleCnt="0"/>
      <dgm:spPr/>
    </dgm:pt>
    <dgm:pt modelId="{3EF139A1-18C3-41CE-A29B-E5C83A65C9E7}" type="pres">
      <dgm:prSet presAssocID="{8C496AB6-9BDB-4949-8461-80C9646325A6}" presName="thickLine" presStyleLbl="alignNode1" presStyleIdx="3" presStyleCnt="6"/>
      <dgm:spPr/>
    </dgm:pt>
    <dgm:pt modelId="{C0F9FABD-86A4-4AE3-AA48-2E5BC97DA1B6}" type="pres">
      <dgm:prSet presAssocID="{8C496AB6-9BDB-4949-8461-80C9646325A6}" presName="horz1" presStyleCnt="0"/>
      <dgm:spPr/>
    </dgm:pt>
    <dgm:pt modelId="{9D7A6CE9-4BF2-4BCD-B7D8-2400D0FE4D67}" type="pres">
      <dgm:prSet presAssocID="{8C496AB6-9BDB-4949-8461-80C9646325A6}" presName="tx1" presStyleLbl="revTx" presStyleIdx="3" presStyleCnt="6"/>
      <dgm:spPr/>
    </dgm:pt>
    <dgm:pt modelId="{5206477F-5C08-455B-84B2-C48A7FCC932E}" type="pres">
      <dgm:prSet presAssocID="{8C496AB6-9BDB-4949-8461-80C9646325A6}" presName="vert1" presStyleCnt="0"/>
      <dgm:spPr/>
    </dgm:pt>
    <dgm:pt modelId="{563EC252-1020-422B-BA30-C29565D6970A}" type="pres">
      <dgm:prSet presAssocID="{D2DC99A9-85B2-4823-9854-C407E40EA3EF}" presName="thickLine" presStyleLbl="alignNode1" presStyleIdx="4" presStyleCnt="6"/>
      <dgm:spPr/>
    </dgm:pt>
    <dgm:pt modelId="{C8D376CE-8053-4420-90C2-1292FF7AE263}" type="pres">
      <dgm:prSet presAssocID="{D2DC99A9-85B2-4823-9854-C407E40EA3EF}" presName="horz1" presStyleCnt="0"/>
      <dgm:spPr/>
    </dgm:pt>
    <dgm:pt modelId="{5B429F72-CEBE-4AA3-845C-F301F547CF39}" type="pres">
      <dgm:prSet presAssocID="{D2DC99A9-85B2-4823-9854-C407E40EA3EF}" presName="tx1" presStyleLbl="revTx" presStyleIdx="4" presStyleCnt="6"/>
      <dgm:spPr/>
    </dgm:pt>
    <dgm:pt modelId="{24B2BEFE-9870-4EAA-B5AB-05DB2F352205}" type="pres">
      <dgm:prSet presAssocID="{D2DC99A9-85B2-4823-9854-C407E40EA3EF}" presName="vert1" presStyleCnt="0"/>
      <dgm:spPr/>
    </dgm:pt>
    <dgm:pt modelId="{63218135-04B7-4E7A-9013-25B5A6CA7DED}" type="pres">
      <dgm:prSet presAssocID="{8716F708-BB11-4B31-822C-3EE79C6C7D7D}" presName="thickLine" presStyleLbl="alignNode1" presStyleIdx="5" presStyleCnt="6"/>
      <dgm:spPr/>
    </dgm:pt>
    <dgm:pt modelId="{9BC62C70-CEC2-49D7-938B-8C1F73699B87}" type="pres">
      <dgm:prSet presAssocID="{8716F708-BB11-4B31-822C-3EE79C6C7D7D}" presName="horz1" presStyleCnt="0"/>
      <dgm:spPr/>
    </dgm:pt>
    <dgm:pt modelId="{878E606C-9DA9-400B-9D4A-3349F58376C9}" type="pres">
      <dgm:prSet presAssocID="{8716F708-BB11-4B31-822C-3EE79C6C7D7D}" presName="tx1" presStyleLbl="revTx" presStyleIdx="5" presStyleCnt="6"/>
      <dgm:spPr/>
    </dgm:pt>
    <dgm:pt modelId="{6D32ADB8-0CFB-4797-AEE2-B19825DC9B45}" type="pres">
      <dgm:prSet presAssocID="{8716F708-BB11-4B31-822C-3EE79C6C7D7D}" presName="vert1" presStyleCnt="0"/>
      <dgm:spPr/>
    </dgm:pt>
  </dgm:ptLst>
  <dgm:cxnLst>
    <dgm:cxn modelId="{05A80824-3758-44AB-8EB3-FD88F4C2C003}" srcId="{B89DF105-B368-436C-9E3B-BE345E633573}" destId="{8C496AB6-9BDB-4949-8461-80C9646325A6}" srcOrd="3" destOrd="0" parTransId="{3F7B5C54-EBAE-412E-AFE2-FE2352EF37B7}" sibTransId="{C48A0635-4CF3-48D1-982C-CA62CA5E78A5}"/>
    <dgm:cxn modelId="{04F68C33-9981-4912-9E40-8E740640B93F}" type="presOf" srcId="{8C496AB6-9BDB-4949-8461-80C9646325A6}" destId="{9D7A6CE9-4BF2-4BCD-B7D8-2400D0FE4D67}" srcOrd="0" destOrd="0" presId="urn:microsoft.com/office/officeart/2008/layout/LinedList"/>
    <dgm:cxn modelId="{394B3D3A-E7AF-40EE-8954-4044FBA5F2D6}" srcId="{B89DF105-B368-436C-9E3B-BE345E633573}" destId="{283F316A-9CA8-42D9-98F6-D2E0643F064B}" srcOrd="0" destOrd="0" parTransId="{4F38BF40-FD46-4A5C-9D9F-CE4D74BA4E56}" sibTransId="{771A8BF6-E9C5-46EF-BE08-AC171839E78B}"/>
    <dgm:cxn modelId="{D5889E65-A212-43F1-99CD-5D56DDCBD613}" type="presOf" srcId="{78F472B2-023D-4B3A-8F5C-1B994040D964}" destId="{3088F06E-A158-455F-8E51-0C109551D55F}" srcOrd="0" destOrd="0" presId="urn:microsoft.com/office/officeart/2008/layout/LinedList"/>
    <dgm:cxn modelId="{AD49F17A-D36D-4D37-BE41-5E67C0A1B2DC}" srcId="{B89DF105-B368-436C-9E3B-BE345E633573}" destId="{78F472B2-023D-4B3A-8F5C-1B994040D964}" srcOrd="2" destOrd="0" parTransId="{95160EEE-518F-4A24-AB7D-DF258BCA52AE}" sibTransId="{B662E8DA-89FD-495C-82FF-659B03414968}"/>
    <dgm:cxn modelId="{AD747386-CC2D-4E1D-92A5-1698350BD956}" srcId="{B89DF105-B368-436C-9E3B-BE345E633573}" destId="{995A92CF-375E-445A-8F79-1F98B03AD830}" srcOrd="1" destOrd="0" parTransId="{2E0EFC8D-9EEB-413C-BC5A-2640FC15B706}" sibTransId="{7C03306E-FF8A-466F-B336-D563DB729D18}"/>
    <dgm:cxn modelId="{7789E886-B890-4F1D-AB86-847CB1D906D3}" srcId="{B89DF105-B368-436C-9E3B-BE345E633573}" destId="{D2DC99A9-85B2-4823-9854-C407E40EA3EF}" srcOrd="4" destOrd="0" parTransId="{01E93E6A-027F-496C-9F66-EF87018C7453}" sibTransId="{95A87F94-5A62-4539-AD69-F0BA067464FE}"/>
    <dgm:cxn modelId="{D03FCC8C-954C-4354-8985-C7146534A462}" type="presOf" srcId="{D2DC99A9-85B2-4823-9854-C407E40EA3EF}" destId="{5B429F72-CEBE-4AA3-845C-F301F547CF39}" srcOrd="0" destOrd="0" presId="urn:microsoft.com/office/officeart/2008/layout/LinedList"/>
    <dgm:cxn modelId="{F27B4EA5-B901-49BA-8ABB-8427D7D269E5}" type="presOf" srcId="{B89DF105-B368-436C-9E3B-BE345E633573}" destId="{C401A50E-E6D9-4869-AB59-179E9988B72B}" srcOrd="0" destOrd="0" presId="urn:microsoft.com/office/officeart/2008/layout/LinedList"/>
    <dgm:cxn modelId="{5CF421B1-B5B1-4AC5-A74B-62B1472DD5CF}" type="presOf" srcId="{8716F708-BB11-4B31-822C-3EE79C6C7D7D}" destId="{878E606C-9DA9-400B-9D4A-3349F58376C9}" srcOrd="0" destOrd="0" presId="urn:microsoft.com/office/officeart/2008/layout/LinedList"/>
    <dgm:cxn modelId="{A65545BD-391F-4077-83A9-7CA6E509EBA5}" type="presOf" srcId="{283F316A-9CA8-42D9-98F6-D2E0643F064B}" destId="{4E58CA38-1DF8-4797-9908-C4859F94B38B}" srcOrd="0" destOrd="0" presId="urn:microsoft.com/office/officeart/2008/layout/LinedList"/>
    <dgm:cxn modelId="{E1CEA1C3-132C-43E6-9C0F-C2FB15E88CEE}" srcId="{B89DF105-B368-436C-9E3B-BE345E633573}" destId="{8716F708-BB11-4B31-822C-3EE79C6C7D7D}" srcOrd="5" destOrd="0" parTransId="{68258E59-84D3-4E7E-8667-736306CE513D}" sibTransId="{8FE2B003-CF19-4BA5-94DC-AA0B38955B0C}"/>
    <dgm:cxn modelId="{AD56F3F6-1791-4C05-93F7-187A69BB3BBF}" type="presOf" srcId="{995A92CF-375E-445A-8F79-1F98B03AD830}" destId="{FCFEDCD7-40DF-4BE8-A9BC-D46C703ADA9A}" srcOrd="0" destOrd="0" presId="urn:microsoft.com/office/officeart/2008/layout/LinedList"/>
    <dgm:cxn modelId="{6FED4F74-3F39-498F-BBB9-86F9840FBD6C}" type="presParOf" srcId="{C401A50E-E6D9-4869-AB59-179E9988B72B}" destId="{A085BB78-EBEC-45F8-BBF2-7916AA80B3A1}" srcOrd="0" destOrd="0" presId="urn:microsoft.com/office/officeart/2008/layout/LinedList"/>
    <dgm:cxn modelId="{2B5A0D31-9488-4530-85F5-983E95E73823}" type="presParOf" srcId="{C401A50E-E6D9-4869-AB59-179E9988B72B}" destId="{DC38410E-5A90-4A34-9B1B-F5C689285151}" srcOrd="1" destOrd="0" presId="urn:microsoft.com/office/officeart/2008/layout/LinedList"/>
    <dgm:cxn modelId="{D61E4942-BD52-4BA4-A14D-9CA67709FF7E}" type="presParOf" srcId="{DC38410E-5A90-4A34-9B1B-F5C689285151}" destId="{4E58CA38-1DF8-4797-9908-C4859F94B38B}" srcOrd="0" destOrd="0" presId="urn:microsoft.com/office/officeart/2008/layout/LinedList"/>
    <dgm:cxn modelId="{18D4E211-59DF-461A-8074-D60720997A8B}" type="presParOf" srcId="{DC38410E-5A90-4A34-9B1B-F5C689285151}" destId="{AE4B3610-DC9B-45FA-B536-2AA5D4BE9490}" srcOrd="1" destOrd="0" presId="urn:microsoft.com/office/officeart/2008/layout/LinedList"/>
    <dgm:cxn modelId="{D9139F5A-E801-4D59-94A3-E6A7B942F4EA}" type="presParOf" srcId="{C401A50E-E6D9-4869-AB59-179E9988B72B}" destId="{7240EB91-7049-402C-83EE-374DC0841209}" srcOrd="2" destOrd="0" presId="urn:microsoft.com/office/officeart/2008/layout/LinedList"/>
    <dgm:cxn modelId="{64FDB96D-ACF6-4B45-AEF9-598A46507742}" type="presParOf" srcId="{C401A50E-E6D9-4869-AB59-179E9988B72B}" destId="{22E82A77-49CD-46F6-98AE-70BDE4679265}" srcOrd="3" destOrd="0" presId="urn:microsoft.com/office/officeart/2008/layout/LinedList"/>
    <dgm:cxn modelId="{1E6CF241-7274-4E12-9D36-7EC3F61D411C}" type="presParOf" srcId="{22E82A77-49CD-46F6-98AE-70BDE4679265}" destId="{FCFEDCD7-40DF-4BE8-A9BC-D46C703ADA9A}" srcOrd="0" destOrd="0" presId="urn:microsoft.com/office/officeart/2008/layout/LinedList"/>
    <dgm:cxn modelId="{8324FF3C-60B9-4D82-BADB-133D09AFDC05}" type="presParOf" srcId="{22E82A77-49CD-46F6-98AE-70BDE4679265}" destId="{F8023CF7-6E02-4433-A73C-DA1BE0FFEFAC}" srcOrd="1" destOrd="0" presId="urn:microsoft.com/office/officeart/2008/layout/LinedList"/>
    <dgm:cxn modelId="{B02EA9F1-B6FB-4211-83AF-48C2A3816BA7}" type="presParOf" srcId="{C401A50E-E6D9-4869-AB59-179E9988B72B}" destId="{F01179D0-3662-42C6-A60A-9CF94012AC9C}" srcOrd="4" destOrd="0" presId="urn:microsoft.com/office/officeart/2008/layout/LinedList"/>
    <dgm:cxn modelId="{3A72B372-819D-4E54-A483-501326245BD8}" type="presParOf" srcId="{C401A50E-E6D9-4869-AB59-179E9988B72B}" destId="{F9C330EF-EFD5-4A5F-9A97-95E17AD29C43}" srcOrd="5" destOrd="0" presId="urn:microsoft.com/office/officeart/2008/layout/LinedList"/>
    <dgm:cxn modelId="{F4977BBD-3A1C-4738-9B81-D4CF31B31312}" type="presParOf" srcId="{F9C330EF-EFD5-4A5F-9A97-95E17AD29C43}" destId="{3088F06E-A158-455F-8E51-0C109551D55F}" srcOrd="0" destOrd="0" presId="urn:microsoft.com/office/officeart/2008/layout/LinedList"/>
    <dgm:cxn modelId="{44B04B48-6088-4CCB-97B4-3FBBD76D3E26}" type="presParOf" srcId="{F9C330EF-EFD5-4A5F-9A97-95E17AD29C43}" destId="{9EAC1586-03C9-46F8-90C9-35438D1D1AB2}" srcOrd="1" destOrd="0" presId="urn:microsoft.com/office/officeart/2008/layout/LinedList"/>
    <dgm:cxn modelId="{AB9CD06D-5E98-4EBF-9D55-F02D9401CD06}" type="presParOf" srcId="{C401A50E-E6D9-4869-AB59-179E9988B72B}" destId="{3EF139A1-18C3-41CE-A29B-E5C83A65C9E7}" srcOrd="6" destOrd="0" presId="urn:microsoft.com/office/officeart/2008/layout/LinedList"/>
    <dgm:cxn modelId="{128953EE-4D88-455E-B189-59B0DC92E983}" type="presParOf" srcId="{C401A50E-E6D9-4869-AB59-179E9988B72B}" destId="{C0F9FABD-86A4-4AE3-AA48-2E5BC97DA1B6}" srcOrd="7" destOrd="0" presId="urn:microsoft.com/office/officeart/2008/layout/LinedList"/>
    <dgm:cxn modelId="{4A0A08B6-9425-40ED-AB17-B469646592CE}" type="presParOf" srcId="{C0F9FABD-86A4-4AE3-AA48-2E5BC97DA1B6}" destId="{9D7A6CE9-4BF2-4BCD-B7D8-2400D0FE4D67}" srcOrd="0" destOrd="0" presId="urn:microsoft.com/office/officeart/2008/layout/LinedList"/>
    <dgm:cxn modelId="{07F7B2EF-EB46-485C-A595-8903F063C6FB}" type="presParOf" srcId="{C0F9FABD-86A4-4AE3-AA48-2E5BC97DA1B6}" destId="{5206477F-5C08-455B-84B2-C48A7FCC932E}" srcOrd="1" destOrd="0" presId="urn:microsoft.com/office/officeart/2008/layout/LinedList"/>
    <dgm:cxn modelId="{4C5D4034-41A9-4C24-BFE8-26167F11D87D}" type="presParOf" srcId="{C401A50E-E6D9-4869-AB59-179E9988B72B}" destId="{563EC252-1020-422B-BA30-C29565D6970A}" srcOrd="8" destOrd="0" presId="urn:microsoft.com/office/officeart/2008/layout/LinedList"/>
    <dgm:cxn modelId="{C756C517-E8D9-4E2F-BB25-0017E3AE36BA}" type="presParOf" srcId="{C401A50E-E6D9-4869-AB59-179E9988B72B}" destId="{C8D376CE-8053-4420-90C2-1292FF7AE263}" srcOrd="9" destOrd="0" presId="urn:microsoft.com/office/officeart/2008/layout/LinedList"/>
    <dgm:cxn modelId="{202B0448-8E3D-4B34-8385-8EDE66890D32}" type="presParOf" srcId="{C8D376CE-8053-4420-90C2-1292FF7AE263}" destId="{5B429F72-CEBE-4AA3-845C-F301F547CF39}" srcOrd="0" destOrd="0" presId="urn:microsoft.com/office/officeart/2008/layout/LinedList"/>
    <dgm:cxn modelId="{30883536-020D-4206-9D82-0C94EC41ED35}" type="presParOf" srcId="{C8D376CE-8053-4420-90C2-1292FF7AE263}" destId="{24B2BEFE-9870-4EAA-B5AB-05DB2F352205}" srcOrd="1" destOrd="0" presId="urn:microsoft.com/office/officeart/2008/layout/LinedList"/>
    <dgm:cxn modelId="{9215F634-8A5F-44EE-82A1-B0F7F10BF024}" type="presParOf" srcId="{C401A50E-E6D9-4869-AB59-179E9988B72B}" destId="{63218135-04B7-4E7A-9013-25B5A6CA7DED}" srcOrd="10" destOrd="0" presId="urn:microsoft.com/office/officeart/2008/layout/LinedList"/>
    <dgm:cxn modelId="{7B0B8E3A-E9BA-40E8-828C-9A71ECFCD129}" type="presParOf" srcId="{C401A50E-E6D9-4869-AB59-179E9988B72B}" destId="{9BC62C70-CEC2-49D7-938B-8C1F73699B87}" srcOrd="11" destOrd="0" presId="urn:microsoft.com/office/officeart/2008/layout/LinedList"/>
    <dgm:cxn modelId="{A5D6A189-6CCA-4C27-8EE0-E7CDB3CEA1C0}" type="presParOf" srcId="{9BC62C70-CEC2-49D7-938B-8C1F73699B87}" destId="{878E606C-9DA9-400B-9D4A-3349F58376C9}" srcOrd="0" destOrd="0" presId="urn:microsoft.com/office/officeart/2008/layout/LinedList"/>
    <dgm:cxn modelId="{6E8C7D84-68CC-472C-BDC9-FD412F1D8174}" type="presParOf" srcId="{9BC62C70-CEC2-49D7-938B-8C1F73699B87}" destId="{6D32ADB8-0CFB-4797-AEE2-B19825DC9B4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44AF034-0CA7-45EF-8DA4-9A61ED0ECA4B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7483CFA-E445-4517-A2C0-5315BE6DCB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Purpose: Fast, interpretable baseline before trying more complex models.</a:t>
          </a:r>
        </a:p>
      </dgm:t>
    </dgm:pt>
    <dgm:pt modelId="{3428638E-8E87-4742-9300-8E917A225258}" type="parTrans" cxnId="{D89BF671-F204-4DC9-9EE3-93578512B9BE}">
      <dgm:prSet/>
      <dgm:spPr/>
      <dgm:t>
        <a:bodyPr/>
        <a:lstStyle/>
        <a:p>
          <a:endParaRPr lang="en-US"/>
        </a:p>
      </dgm:t>
    </dgm:pt>
    <dgm:pt modelId="{A6305BB3-9D21-475C-AE1F-96D51EE08956}" type="sibTrans" cxnId="{D89BF671-F204-4DC9-9EE3-93578512B9B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446E024-958D-4A31-85C2-EC3038B296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Accuracy: 0.765 (train), 0.761 (validation), 0.756 (test) — close values suggest good generalization.</a:t>
          </a:r>
        </a:p>
      </dgm:t>
    </dgm:pt>
    <dgm:pt modelId="{CDA7A532-ED6F-49CF-A928-CFCBE59A38B6}" type="parTrans" cxnId="{AD48DE25-5A1A-4F7E-A245-830E4080FE73}">
      <dgm:prSet/>
      <dgm:spPr/>
      <dgm:t>
        <a:bodyPr/>
        <a:lstStyle/>
        <a:p>
          <a:endParaRPr lang="en-US"/>
        </a:p>
      </dgm:t>
    </dgm:pt>
    <dgm:pt modelId="{89AA3BDC-1845-434F-90D9-BBBFF29555AB}" type="sibTrans" cxnId="{AD48DE25-5A1A-4F7E-A245-830E4080FE7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4CEFBBC-FF7C-414D-9C1A-C6F4B13E87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Confusion matrix analysis: Strong on common classes; most errors between adjacent severity levels.</a:t>
          </a:r>
        </a:p>
      </dgm:t>
    </dgm:pt>
    <dgm:pt modelId="{B1B034B9-EB00-4E15-B2FF-1E6C03339D5D}" type="parTrans" cxnId="{093E9B92-4926-4784-A063-7DCC48132A79}">
      <dgm:prSet/>
      <dgm:spPr/>
      <dgm:t>
        <a:bodyPr/>
        <a:lstStyle/>
        <a:p>
          <a:endParaRPr lang="en-US"/>
        </a:p>
      </dgm:t>
    </dgm:pt>
    <dgm:pt modelId="{8FD03920-730B-40E9-A846-F3005009197A}" type="sibTrans" cxnId="{093E9B92-4926-4784-A063-7DCC48132A7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83B2655-B42C-4507-AB59-3F2CF9099B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Limitations: Linear decision boundary; weaker recall/F1 for minority classes under imbalance.</a:t>
          </a:r>
        </a:p>
      </dgm:t>
    </dgm:pt>
    <dgm:pt modelId="{F76DA346-EA7E-4731-B168-D7FCC8557925}" type="parTrans" cxnId="{6B9D3C42-8B2C-4A46-82B3-14B93FA60D7E}">
      <dgm:prSet/>
      <dgm:spPr/>
      <dgm:t>
        <a:bodyPr/>
        <a:lstStyle/>
        <a:p>
          <a:endParaRPr lang="en-US"/>
        </a:p>
      </dgm:t>
    </dgm:pt>
    <dgm:pt modelId="{731A47DB-01B4-457C-9505-6D12A4EFD79E}" type="sibTrans" cxnId="{6B9D3C42-8B2C-4A46-82B3-14B93FA60D7E}">
      <dgm:prSet/>
      <dgm:spPr/>
      <dgm:t>
        <a:bodyPr/>
        <a:lstStyle/>
        <a:p>
          <a:endParaRPr lang="en-US"/>
        </a:p>
      </dgm:t>
    </dgm:pt>
    <dgm:pt modelId="{A7A16AF1-A0B8-4318-B762-F17F13AFE4F3}" type="pres">
      <dgm:prSet presAssocID="{B44AF034-0CA7-45EF-8DA4-9A61ED0ECA4B}" presName="root" presStyleCnt="0">
        <dgm:presLayoutVars>
          <dgm:dir/>
          <dgm:resizeHandles val="exact"/>
        </dgm:presLayoutVars>
      </dgm:prSet>
      <dgm:spPr/>
    </dgm:pt>
    <dgm:pt modelId="{57079131-67A7-408E-A652-4A45956C3DFA}" type="pres">
      <dgm:prSet presAssocID="{B44AF034-0CA7-45EF-8DA4-9A61ED0ECA4B}" presName="container" presStyleCnt="0">
        <dgm:presLayoutVars>
          <dgm:dir/>
          <dgm:resizeHandles val="exact"/>
        </dgm:presLayoutVars>
      </dgm:prSet>
      <dgm:spPr/>
    </dgm:pt>
    <dgm:pt modelId="{B16F31BE-C110-4638-A1ED-7B1DF7D37701}" type="pres">
      <dgm:prSet presAssocID="{A7483CFA-E445-4517-A2C0-5315BE6DCB35}" presName="compNode" presStyleCnt="0"/>
      <dgm:spPr/>
    </dgm:pt>
    <dgm:pt modelId="{1EAD746F-ED65-44B1-8288-C678BAD4ED74}" type="pres">
      <dgm:prSet presAssocID="{A7483CFA-E445-4517-A2C0-5315BE6DCB35}" presName="iconBgRect" presStyleLbl="bgShp" presStyleIdx="0" presStyleCnt="4"/>
      <dgm:spPr/>
    </dgm:pt>
    <dgm:pt modelId="{BD3491AD-F036-4905-B4D5-306DB66E1338}" type="pres">
      <dgm:prSet presAssocID="{A7483CFA-E445-4517-A2C0-5315BE6DCB3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02949399-771F-41A6-80CD-14FD1A0DEFED}" type="pres">
      <dgm:prSet presAssocID="{A7483CFA-E445-4517-A2C0-5315BE6DCB35}" presName="spaceRect" presStyleCnt="0"/>
      <dgm:spPr/>
    </dgm:pt>
    <dgm:pt modelId="{00DA7A72-EE01-4ABA-8606-06EA79518E42}" type="pres">
      <dgm:prSet presAssocID="{A7483CFA-E445-4517-A2C0-5315BE6DCB35}" presName="textRect" presStyleLbl="revTx" presStyleIdx="0" presStyleCnt="4">
        <dgm:presLayoutVars>
          <dgm:chMax val="1"/>
          <dgm:chPref val="1"/>
        </dgm:presLayoutVars>
      </dgm:prSet>
      <dgm:spPr/>
    </dgm:pt>
    <dgm:pt modelId="{4EA69205-2DA8-4F2C-961D-32D7581CD3B6}" type="pres">
      <dgm:prSet presAssocID="{A6305BB3-9D21-475C-AE1F-96D51EE08956}" presName="sibTrans" presStyleLbl="sibTrans2D1" presStyleIdx="0" presStyleCnt="0"/>
      <dgm:spPr/>
    </dgm:pt>
    <dgm:pt modelId="{61CD3995-E3E8-4524-A00A-542CE3549786}" type="pres">
      <dgm:prSet presAssocID="{C446E024-958D-4A31-85C2-EC3038B296D8}" presName="compNode" presStyleCnt="0"/>
      <dgm:spPr/>
    </dgm:pt>
    <dgm:pt modelId="{53DED5DE-D3D7-460C-9262-01EE3424ACF1}" type="pres">
      <dgm:prSet presAssocID="{C446E024-958D-4A31-85C2-EC3038B296D8}" presName="iconBgRect" presStyleLbl="bgShp" presStyleIdx="1" presStyleCnt="4"/>
      <dgm:spPr/>
    </dgm:pt>
    <dgm:pt modelId="{2162D579-26C9-43B0-AAAE-63BDB1F426CF}" type="pres">
      <dgm:prSet presAssocID="{C446E024-958D-4A31-85C2-EC3038B296D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D8EBAEBC-DA89-4DCB-8D5C-AD2138FF53A8}" type="pres">
      <dgm:prSet presAssocID="{C446E024-958D-4A31-85C2-EC3038B296D8}" presName="spaceRect" presStyleCnt="0"/>
      <dgm:spPr/>
    </dgm:pt>
    <dgm:pt modelId="{E1FBE7B1-D782-4459-AAE9-1686F77BF7A9}" type="pres">
      <dgm:prSet presAssocID="{C446E024-958D-4A31-85C2-EC3038B296D8}" presName="textRect" presStyleLbl="revTx" presStyleIdx="1" presStyleCnt="4">
        <dgm:presLayoutVars>
          <dgm:chMax val="1"/>
          <dgm:chPref val="1"/>
        </dgm:presLayoutVars>
      </dgm:prSet>
      <dgm:spPr/>
    </dgm:pt>
    <dgm:pt modelId="{A5612598-3029-4A25-BE19-B8DDB147D382}" type="pres">
      <dgm:prSet presAssocID="{89AA3BDC-1845-434F-90D9-BBBFF29555AB}" presName="sibTrans" presStyleLbl="sibTrans2D1" presStyleIdx="0" presStyleCnt="0"/>
      <dgm:spPr/>
    </dgm:pt>
    <dgm:pt modelId="{561E469B-468D-4893-A167-95320784E8B6}" type="pres">
      <dgm:prSet presAssocID="{14CEFBBC-FF7C-414D-9C1A-C6F4B13E8769}" presName="compNode" presStyleCnt="0"/>
      <dgm:spPr/>
    </dgm:pt>
    <dgm:pt modelId="{DF168FF8-7BF7-4561-929A-9C31F6ED01F0}" type="pres">
      <dgm:prSet presAssocID="{14CEFBBC-FF7C-414D-9C1A-C6F4B13E8769}" presName="iconBgRect" presStyleLbl="bgShp" presStyleIdx="2" presStyleCnt="4"/>
      <dgm:spPr/>
    </dgm:pt>
    <dgm:pt modelId="{25D2D789-7D0D-4416-8973-D39F96F7DA8C}" type="pres">
      <dgm:prSet presAssocID="{14CEFBBC-FF7C-414D-9C1A-C6F4B13E876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8B667580-6CAD-44D7-8857-71BEA79EAA7E}" type="pres">
      <dgm:prSet presAssocID="{14CEFBBC-FF7C-414D-9C1A-C6F4B13E8769}" presName="spaceRect" presStyleCnt="0"/>
      <dgm:spPr/>
    </dgm:pt>
    <dgm:pt modelId="{8D17729B-6B8F-449B-9F2C-760071F166DF}" type="pres">
      <dgm:prSet presAssocID="{14CEFBBC-FF7C-414D-9C1A-C6F4B13E8769}" presName="textRect" presStyleLbl="revTx" presStyleIdx="2" presStyleCnt="4">
        <dgm:presLayoutVars>
          <dgm:chMax val="1"/>
          <dgm:chPref val="1"/>
        </dgm:presLayoutVars>
      </dgm:prSet>
      <dgm:spPr/>
    </dgm:pt>
    <dgm:pt modelId="{C62BDFC5-413C-4175-80FE-23ECF453F8D9}" type="pres">
      <dgm:prSet presAssocID="{8FD03920-730B-40E9-A846-F3005009197A}" presName="sibTrans" presStyleLbl="sibTrans2D1" presStyleIdx="0" presStyleCnt="0"/>
      <dgm:spPr/>
    </dgm:pt>
    <dgm:pt modelId="{D4F7D165-8C84-4B2C-9BBF-2097D2308BEC}" type="pres">
      <dgm:prSet presAssocID="{D83B2655-B42C-4507-AB59-3F2CF9099B9B}" presName="compNode" presStyleCnt="0"/>
      <dgm:spPr/>
    </dgm:pt>
    <dgm:pt modelId="{BFBB881B-2826-46F3-A7F2-6BCA7E3C4744}" type="pres">
      <dgm:prSet presAssocID="{D83B2655-B42C-4507-AB59-3F2CF9099B9B}" presName="iconBgRect" presStyleLbl="bgShp" presStyleIdx="3" presStyleCnt="4"/>
      <dgm:spPr/>
    </dgm:pt>
    <dgm:pt modelId="{2CC79583-41B0-4619-8C5B-E1AEBFA4E1C0}" type="pres">
      <dgm:prSet presAssocID="{D83B2655-B42C-4507-AB59-3F2CF9099B9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EEA4B6E2-95F5-4607-AD61-BE2558F73472}" type="pres">
      <dgm:prSet presAssocID="{D83B2655-B42C-4507-AB59-3F2CF9099B9B}" presName="spaceRect" presStyleCnt="0"/>
      <dgm:spPr/>
    </dgm:pt>
    <dgm:pt modelId="{177F3BE1-57DF-4071-8BDC-E560B1A696A3}" type="pres">
      <dgm:prSet presAssocID="{D83B2655-B42C-4507-AB59-3F2CF9099B9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C034814-451C-42EF-8BAB-C0A8A5EBA502}" type="presOf" srcId="{8FD03920-730B-40E9-A846-F3005009197A}" destId="{C62BDFC5-413C-4175-80FE-23ECF453F8D9}" srcOrd="0" destOrd="0" presId="urn:microsoft.com/office/officeart/2018/2/layout/IconCircleList"/>
    <dgm:cxn modelId="{C9E6BE24-612C-49F4-854A-CBCD4DF07F41}" type="presOf" srcId="{B44AF034-0CA7-45EF-8DA4-9A61ED0ECA4B}" destId="{A7A16AF1-A0B8-4318-B762-F17F13AFE4F3}" srcOrd="0" destOrd="0" presId="urn:microsoft.com/office/officeart/2018/2/layout/IconCircleList"/>
    <dgm:cxn modelId="{AD48DE25-5A1A-4F7E-A245-830E4080FE73}" srcId="{B44AF034-0CA7-45EF-8DA4-9A61ED0ECA4B}" destId="{C446E024-958D-4A31-85C2-EC3038B296D8}" srcOrd="1" destOrd="0" parTransId="{CDA7A532-ED6F-49CF-A928-CFCBE59A38B6}" sibTransId="{89AA3BDC-1845-434F-90D9-BBBFF29555AB}"/>
    <dgm:cxn modelId="{B7BF453D-1956-49D7-B91A-8B3F03B6267A}" type="presOf" srcId="{D83B2655-B42C-4507-AB59-3F2CF9099B9B}" destId="{177F3BE1-57DF-4071-8BDC-E560B1A696A3}" srcOrd="0" destOrd="0" presId="urn:microsoft.com/office/officeart/2018/2/layout/IconCircleList"/>
    <dgm:cxn modelId="{244E383F-D8BE-45B2-8612-41E60FD39270}" type="presOf" srcId="{A7483CFA-E445-4517-A2C0-5315BE6DCB35}" destId="{00DA7A72-EE01-4ABA-8606-06EA79518E42}" srcOrd="0" destOrd="0" presId="urn:microsoft.com/office/officeart/2018/2/layout/IconCircleList"/>
    <dgm:cxn modelId="{47B0ED41-A7AA-4D23-9877-70E2BC48E3F7}" type="presOf" srcId="{A6305BB3-9D21-475C-AE1F-96D51EE08956}" destId="{4EA69205-2DA8-4F2C-961D-32D7581CD3B6}" srcOrd="0" destOrd="0" presId="urn:microsoft.com/office/officeart/2018/2/layout/IconCircleList"/>
    <dgm:cxn modelId="{6B9D3C42-8B2C-4A46-82B3-14B93FA60D7E}" srcId="{B44AF034-0CA7-45EF-8DA4-9A61ED0ECA4B}" destId="{D83B2655-B42C-4507-AB59-3F2CF9099B9B}" srcOrd="3" destOrd="0" parTransId="{F76DA346-EA7E-4731-B168-D7FCC8557925}" sibTransId="{731A47DB-01B4-457C-9505-6D12A4EFD79E}"/>
    <dgm:cxn modelId="{D89BF671-F204-4DC9-9EE3-93578512B9BE}" srcId="{B44AF034-0CA7-45EF-8DA4-9A61ED0ECA4B}" destId="{A7483CFA-E445-4517-A2C0-5315BE6DCB35}" srcOrd="0" destOrd="0" parTransId="{3428638E-8E87-4742-9300-8E917A225258}" sibTransId="{A6305BB3-9D21-475C-AE1F-96D51EE08956}"/>
    <dgm:cxn modelId="{093E9B92-4926-4784-A063-7DCC48132A79}" srcId="{B44AF034-0CA7-45EF-8DA4-9A61ED0ECA4B}" destId="{14CEFBBC-FF7C-414D-9C1A-C6F4B13E8769}" srcOrd="2" destOrd="0" parTransId="{B1B034B9-EB00-4E15-B2FF-1E6C03339D5D}" sibTransId="{8FD03920-730B-40E9-A846-F3005009197A}"/>
    <dgm:cxn modelId="{B3AA1B97-C885-4563-BA6C-2BD85228A56E}" type="presOf" srcId="{89AA3BDC-1845-434F-90D9-BBBFF29555AB}" destId="{A5612598-3029-4A25-BE19-B8DDB147D382}" srcOrd="0" destOrd="0" presId="urn:microsoft.com/office/officeart/2018/2/layout/IconCircleList"/>
    <dgm:cxn modelId="{7667C5B9-EBC1-428C-A0E7-694EA32FCE6D}" type="presOf" srcId="{14CEFBBC-FF7C-414D-9C1A-C6F4B13E8769}" destId="{8D17729B-6B8F-449B-9F2C-760071F166DF}" srcOrd="0" destOrd="0" presId="urn:microsoft.com/office/officeart/2018/2/layout/IconCircleList"/>
    <dgm:cxn modelId="{E93BCBFE-A156-443C-93C0-18B3435AAC56}" type="presOf" srcId="{C446E024-958D-4A31-85C2-EC3038B296D8}" destId="{E1FBE7B1-D782-4459-AAE9-1686F77BF7A9}" srcOrd="0" destOrd="0" presId="urn:microsoft.com/office/officeart/2018/2/layout/IconCircleList"/>
    <dgm:cxn modelId="{CDFED8D7-6F08-49DC-BD96-5097E5015059}" type="presParOf" srcId="{A7A16AF1-A0B8-4318-B762-F17F13AFE4F3}" destId="{57079131-67A7-408E-A652-4A45956C3DFA}" srcOrd="0" destOrd="0" presId="urn:microsoft.com/office/officeart/2018/2/layout/IconCircleList"/>
    <dgm:cxn modelId="{40AD9D5D-B515-4D3A-BF61-14570D984B73}" type="presParOf" srcId="{57079131-67A7-408E-A652-4A45956C3DFA}" destId="{B16F31BE-C110-4638-A1ED-7B1DF7D37701}" srcOrd="0" destOrd="0" presId="urn:microsoft.com/office/officeart/2018/2/layout/IconCircleList"/>
    <dgm:cxn modelId="{0F9E2617-8FD6-4A99-9364-8A6A6205B501}" type="presParOf" srcId="{B16F31BE-C110-4638-A1ED-7B1DF7D37701}" destId="{1EAD746F-ED65-44B1-8288-C678BAD4ED74}" srcOrd="0" destOrd="0" presId="urn:microsoft.com/office/officeart/2018/2/layout/IconCircleList"/>
    <dgm:cxn modelId="{F6B6FDFD-E149-467D-9806-4ADB90D810B6}" type="presParOf" srcId="{B16F31BE-C110-4638-A1ED-7B1DF7D37701}" destId="{BD3491AD-F036-4905-B4D5-306DB66E1338}" srcOrd="1" destOrd="0" presId="urn:microsoft.com/office/officeart/2018/2/layout/IconCircleList"/>
    <dgm:cxn modelId="{C04D5207-B162-47CE-89C1-0467D0EEF035}" type="presParOf" srcId="{B16F31BE-C110-4638-A1ED-7B1DF7D37701}" destId="{02949399-771F-41A6-80CD-14FD1A0DEFED}" srcOrd="2" destOrd="0" presId="urn:microsoft.com/office/officeart/2018/2/layout/IconCircleList"/>
    <dgm:cxn modelId="{94E5973C-8201-4691-8EB7-F607D434053F}" type="presParOf" srcId="{B16F31BE-C110-4638-A1ED-7B1DF7D37701}" destId="{00DA7A72-EE01-4ABA-8606-06EA79518E42}" srcOrd="3" destOrd="0" presId="urn:microsoft.com/office/officeart/2018/2/layout/IconCircleList"/>
    <dgm:cxn modelId="{A6484F2D-98D7-4ABE-8453-2AD503D934D9}" type="presParOf" srcId="{57079131-67A7-408E-A652-4A45956C3DFA}" destId="{4EA69205-2DA8-4F2C-961D-32D7581CD3B6}" srcOrd="1" destOrd="0" presId="urn:microsoft.com/office/officeart/2018/2/layout/IconCircleList"/>
    <dgm:cxn modelId="{85805A0F-4721-4976-A003-2B54FD47632F}" type="presParOf" srcId="{57079131-67A7-408E-A652-4A45956C3DFA}" destId="{61CD3995-E3E8-4524-A00A-542CE3549786}" srcOrd="2" destOrd="0" presId="urn:microsoft.com/office/officeart/2018/2/layout/IconCircleList"/>
    <dgm:cxn modelId="{33638166-28DD-4D96-B3C9-897072CC0038}" type="presParOf" srcId="{61CD3995-E3E8-4524-A00A-542CE3549786}" destId="{53DED5DE-D3D7-460C-9262-01EE3424ACF1}" srcOrd="0" destOrd="0" presId="urn:microsoft.com/office/officeart/2018/2/layout/IconCircleList"/>
    <dgm:cxn modelId="{4A7455EB-A10D-4F88-8ED1-F078F6AEFBA3}" type="presParOf" srcId="{61CD3995-E3E8-4524-A00A-542CE3549786}" destId="{2162D579-26C9-43B0-AAAE-63BDB1F426CF}" srcOrd="1" destOrd="0" presId="urn:microsoft.com/office/officeart/2018/2/layout/IconCircleList"/>
    <dgm:cxn modelId="{42FE728E-EF8E-429C-9AA4-48AAD894669E}" type="presParOf" srcId="{61CD3995-E3E8-4524-A00A-542CE3549786}" destId="{D8EBAEBC-DA89-4DCB-8D5C-AD2138FF53A8}" srcOrd="2" destOrd="0" presId="urn:microsoft.com/office/officeart/2018/2/layout/IconCircleList"/>
    <dgm:cxn modelId="{894E4A19-9CD5-4F70-BFA8-7D285B56BC91}" type="presParOf" srcId="{61CD3995-E3E8-4524-A00A-542CE3549786}" destId="{E1FBE7B1-D782-4459-AAE9-1686F77BF7A9}" srcOrd="3" destOrd="0" presId="urn:microsoft.com/office/officeart/2018/2/layout/IconCircleList"/>
    <dgm:cxn modelId="{00E11990-5627-4230-BFC8-6EC6DB6BC688}" type="presParOf" srcId="{57079131-67A7-408E-A652-4A45956C3DFA}" destId="{A5612598-3029-4A25-BE19-B8DDB147D382}" srcOrd="3" destOrd="0" presId="urn:microsoft.com/office/officeart/2018/2/layout/IconCircleList"/>
    <dgm:cxn modelId="{0954A910-42D6-41B6-8360-8C5EE2C97552}" type="presParOf" srcId="{57079131-67A7-408E-A652-4A45956C3DFA}" destId="{561E469B-468D-4893-A167-95320784E8B6}" srcOrd="4" destOrd="0" presId="urn:microsoft.com/office/officeart/2018/2/layout/IconCircleList"/>
    <dgm:cxn modelId="{B8F2321E-9F7B-40AB-B313-629F9C50157B}" type="presParOf" srcId="{561E469B-468D-4893-A167-95320784E8B6}" destId="{DF168FF8-7BF7-4561-929A-9C31F6ED01F0}" srcOrd="0" destOrd="0" presId="urn:microsoft.com/office/officeart/2018/2/layout/IconCircleList"/>
    <dgm:cxn modelId="{C1D65B3E-73F3-4654-8353-A1951C90554A}" type="presParOf" srcId="{561E469B-468D-4893-A167-95320784E8B6}" destId="{25D2D789-7D0D-4416-8973-D39F96F7DA8C}" srcOrd="1" destOrd="0" presId="urn:microsoft.com/office/officeart/2018/2/layout/IconCircleList"/>
    <dgm:cxn modelId="{120F08B1-DAD5-4B17-B71B-CF83139AD212}" type="presParOf" srcId="{561E469B-468D-4893-A167-95320784E8B6}" destId="{8B667580-6CAD-44D7-8857-71BEA79EAA7E}" srcOrd="2" destOrd="0" presId="urn:microsoft.com/office/officeart/2018/2/layout/IconCircleList"/>
    <dgm:cxn modelId="{BA6B9C05-1E46-4A2B-B355-FE342D227C13}" type="presParOf" srcId="{561E469B-468D-4893-A167-95320784E8B6}" destId="{8D17729B-6B8F-449B-9F2C-760071F166DF}" srcOrd="3" destOrd="0" presId="urn:microsoft.com/office/officeart/2018/2/layout/IconCircleList"/>
    <dgm:cxn modelId="{2521A972-9EDF-4914-9A0D-0F9E746EE959}" type="presParOf" srcId="{57079131-67A7-408E-A652-4A45956C3DFA}" destId="{C62BDFC5-413C-4175-80FE-23ECF453F8D9}" srcOrd="5" destOrd="0" presId="urn:microsoft.com/office/officeart/2018/2/layout/IconCircleList"/>
    <dgm:cxn modelId="{90E9790E-919C-4313-95B2-0E40DDC0C801}" type="presParOf" srcId="{57079131-67A7-408E-A652-4A45956C3DFA}" destId="{D4F7D165-8C84-4B2C-9BBF-2097D2308BEC}" srcOrd="6" destOrd="0" presId="urn:microsoft.com/office/officeart/2018/2/layout/IconCircleList"/>
    <dgm:cxn modelId="{76B76A50-5ABD-4BFD-8479-91A8DB27FBB8}" type="presParOf" srcId="{D4F7D165-8C84-4B2C-9BBF-2097D2308BEC}" destId="{BFBB881B-2826-46F3-A7F2-6BCA7E3C4744}" srcOrd="0" destOrd="0" presId="urn:microsoft.com/office/officeart/2018/2/layout/IconCircleList"/>
    <dgm:cxn modelId="{302BABA1-8935-4A67-A9E3-E8DE7BDE5298}" type="presParOf" srcId="{D4F7D165-8C84-4B2C-9BBF-2097D2308BEC}" destId="{2CC79583-41B0-4619-8C5B-E1AEBFA4E1C0}" srcOrd="1" destOrd="0" presId="urn:microsoft.com/office/officeart/2018/2/layout/IconCircleList"/>
    <dgm:cxn modelId="{82A753D2-DEBC-4FDA-8359-491763898573}" type="presParOf" srcId="{D4F7D165-8C84-4B2C-9BBF-2097D2308BEC}" destId="{EEA4B6E2-95F5-4607-AD61-BE2558F73472}" srcOrd="2" destOrd="0" presId="urn:microsoft.com/office/officeart/2018/2/layout/IconCircleList"/>
    <dgm:cxn modelId="{D432A5BA-40A9-42DE-BCA4-C3AC9653D1AE}" type="presParOf" srcId="{D4F7D165-8C84-4B2C-9BBF-2097D2308BEC}" destId="{177F3BE1-57DF-4071-8BDC-E560B1A696A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BD4F876-F607-4E6D-8C6A-9434B530CDE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7141F1-A7F7-44D9-8DCD-6B2C2E57EB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Ensemble tree models (Random Forest, Gradient Boosting) performed best on nonlinear structure and imbalance.</a:t>
          </a:r>
        </a:p>
      </dgm:t>
    </dgm:pt>
    <dgm:pt modelId="{76750D2E-E61F-4D35-BDE2-FA14ADE48E4E}" type="parTrans" cxnId="{426E4B32-35A9-4759-933E-2E93544C166E}">
      <dgm:prSet/>
      <dgm:spPr/>
      <dgm:t>
        <a:bodyPr/>
        <a:lstStyle/>
        <a:p>
          <a:endParaRPr lang="en-US"/>
        </a:p>
      </dgm:t>
    </dgm:pt>
    <dgm:pt modelId="{41919958-CF15-4E30-BF13-C0D186772FF2}" type="sibTrans" cxnId="{426E4B32-35A9-4759-933E-2E93544C166E}">
      <dgm:prSet/>
      <dgm:spPr/>
      <dgm:t>
        <a:bodyPr/>
        <a:lstStyle/>
        <a:p>
          <a:endParaRPr lang="en-US"/>
        </a:p>
      </dgm:t>
    </dgm:pt>
    <dgm:pt modelId="{003115AD-F450-4AF0-BD90-00A01B946D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Gradient Boosting delivered the highest accuracy and ROC-AUC.</a:t>
          </a:r>
        </a:p>
      </dgm:t>
    </dgm:pt>
    <dgm:pt modelId="{EDE58E1C-09D6-4706-A2D6-9E3B2933FE46}" type="parTrans" cxnId="{7485791C-AF1E-4E57-BBF0-2DFF460A0D4B}">
      <dgm:prSet/>
      <dgm:spPr/>
      <dgm:t>
        <a:bodyPr/>
        <a:lstStyle/>
        <a:p>
          <a:endParaRPr lang="en-US"/>
        </a:p>
      </dgm:t>
    </dgm:pt>
    <dgm:pt modelId="{FFB56EE9-C3D3-419A-845E-31A035C9EFCE}" type="sibTrans" cxnId="{7485791C-AF1E-4E57-BBF0-2DFF460A0D4B}">
      <dgm:prSet/>
      <dgm:spPr/>
      <dgm:t>
        <a:bodyPr/>
        <a:lstStyle/>
        <a:p>
          <a:endParaRPr lang="en-US"/>
        </a:p>
      </dgm:t>
    </dgm:pt>
    <dgm:pt modelId="{76FAA844-2F5D-494F-9748-466877404CF3}" type="pres">
      <dgm:prSet presAssocID="{FBD4F876-F607-4E6D-8C6A-9434B530CDE3}" presName="root" presStyleCnt="0">
        <dgm:presLayoutVars>
          <dgm:dir/>
          <dgm:resizeHandles val="exact"/>
        </dgm:presLayoutVars>
      </dgm:prSet>
      <dgm:spPr/>
    </dgm:pt>
    <dgm:pt modelId="{80B30FF2-F7D9-4390-AE99-2555F8FD9BBB}" type="pres">
      <dgm:prSet presAssocID="{167141F1-A7F7-44D9-8DCD-6B2C2E57EB14}" presName="compNode" presStyleCnt="0"/>
      <dgm:spPr/>
    </dgm:pt>
    <dgm:pt modelId="{C4C41D1D-2B3A-4A94-A24A-657E96D9E92F}" type="pres">
      <dgm:prSet presAssocID="{167141F1-A7F7-44D9-8DCD-6B2C2E57EB14}" presName="bgRect" presStyleLbl="bgShp" presStyleIdx="0" presStyleCnt="2"/>
      <dgm:spPr/>
    </dgm:pt>
    <dgm:pt modelId="{A4D2587B-0FDD-4E76-ACDC-1BC8B0F89F74}" type="pres">
      <dgm:prSet presAssocID="{167141F1-A7F7-44D9-8DCD-6B2C2E57EB1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8F1B9B65-978D-40DB-9A32-2832FAB36151}" type="pres">
      <dgm:prSet presAssocID="{167141F1-A7F7-44D9-8DCD-6B2C2E57EB14}" presName="spaceRect" presStyleCnt="0"/>
      <dgm:spPr/>
    </dgm:pt>
    <dgm:pt modelId="{E75D8FC6-5553-44BA-8E3D-8AE097EDB084}" type="pres">
      <dgm:prSet presAssocID="{167141F1-A7F7-44D9-8DCD-6B2C2E57EB14}" presName="parTx" presStyleLbl="revTx" presStyleIdx="0" presStyleCnt="2">
        <dgm:presLayoutVars>
          <dgm:chMax val="0"/>
          <dgm:chPref val="0"/>
        </dgm:presLayoutVars>
      </dgm:prSet>
      <dgm:spPr/>
    </dgm:pt>
    <dgm:pt modelId="{493056B4-A70D-4D81-850A-E7D373B2401F}" type="pres">
      <dgm:prSet presAssocID="{41919958-CF15-4E30-BF13-C0D186772FF2}" presName="sibTrans" presStyleCnt="0"/>
      <dgm:spPr/>
    </dgm:pt>
    <dgm:pt modelId="{F326A0EA-5F3B-469A-83E5-A3066E99EB45}" type="pres">
      <dgm:prSet presAssocID="{003115AD-F450-4AF0-BD90-00A01B946D37}" presName="compNode" presStyleCnt="0"/>
      <dgm:spPr/>
    </dgm:pt>
    <dgm:pt modelId="{CF7F53F8-4F1E-45BE-A06C-31B235DD625A}" type="pres">
      <dgm:prSet presAssocID="{003115AD-F450-4AF0-BD90-00A01B946D37}" presName="bgRect" presStyleLbl="bgShp" presStyleIdx="1" presStyleCnt="2"/>
      <dgm:spPr/>
    </dgm:pt>
    <dgm:pt modelId="{26C2B5EB-B581-4322-95B7-D92DFBB45BEA}" type="pres">
      <dgm:prSet presAssocID="{003115AD-F450-4AF0-BD90-00A01B946D3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B25A53FC-8CEB-4135-BFD3-911746C4A13E}" type="pres">
      <dgm:prSet presAssocID="{003115AD-F450-4AF0-BD90-00A01B946D37}" presName="spaceRect" presStyleCnt="0"/>
      <dgm:spPr/>
    </dgm:pt>
    <dgm:pt modelId="{4D64404F-464A-4FB7-8803-773369D12832}" type="pres">
      <dgm:prSet presAssocID="{003115AD-F450-4AF0-BD90-00A01B946D37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7485791C-AF1E-4E57-BBF0-2DFF460A0D4B}" srcId="{FBD4F876-F607-4E6D-8C6A-9434B530CDE3}" destId="{003115AD-F450-4AF0-BD90-00A01B946D37}" srcOrd="1" destOrd="0" parTransId="{EDE58E1C-09D6-4706-A2D6-9E3B2933FE46}" sibTransId="{FFB56EE9-C3D3-419A-845E-31A035C9EFCE}"/>
    <dgm:cxn modelId="{426E4B32-35A9-4759-933E-2E93544C166E}" srcId="{FBD4F876-F607-4E6D-8C6A-9434B530CDE3}" destId="{167141F1-A7F7-44D9-8DCD-6B2C2E57EB14}" srcOrd="0" destOrd="0" parTransId="{76750D2E-E61F-4D35-BDE2-FA14ADE48E4E}" sibTransId="{41919958-CF15-4E30-BF13-C0D186772FF2}"/>
    <dgm:cxn modelId="{3D10F085-4537-4677-9044-4ECCDCEE2340}" type="presOf" srcId="{FBD4F876-F607-4E6D-8C6A-9434B530CDE3}" destId="{76FAA844-2F5D-494F-9748-466877404CF3}" srcOrd="0" destOrd="0" presId="urn:microsoft.com/office/officeart/2018/2/layout/IconVerticalSolidList"/>
    <dgm:cxn modelId="{978CA18B-088E-46C0-9561-3C9958203D57}" type="presOf" srcId="{003115AD-F450-4AF0-BD90-00A01B946D37}" destId="{4D64404F-464A-4FB7-8803-773369D12832}" srcOrd="0" destOrd="0" presId="urn:microsoft.com/office/officeart/2018/2/layout/IconVerticalSolidList"/>
    <dgm:cxn modelId="{396DAB93-B598-4E71-B633-295C5FB55035}" type="presOf" srcId="{167141F1-A7F7-44D9-8DCD-6B2C2E57EB14}" destId="{E75D8FC6-5553-44BA-8E3D-8AE097EDB084}" srcOrd="0" destOrd="0" presId="urn:microsoft.com/office/officeart/2018/2/layout/IconVerticalSolidList"/>
    <dgm:cxn modelId="{E45AFCDA-90E7-406C-A58F-03CCFA1A4359}" type="presParOf" srcId="{76FAA844-2F5D-494F-9748-466877404CF3}" destId="{80B30FF2-F7D9-4390-AE99-2555F8FD9BBB}" srcOrd="0" destOrd="0" presId="urn:microsoft.com/office/officeart/2018/2/layout/IconVerticalSolidList"/>
    <dgm:cxn modelId="{FA7FED3D-8629-49AD-A56D-B5D3DFF88762}" type="presParOf" srcId="{80B30FF2-F7D9-4390-AE99-2555F8FD9BBB}" destId="{C4C41D1D-2B3A-4A94-A24A-657E96D9E92F}" srcOrd="0" destOrd="0" presId="urn:microsoft.com/office/officeart/2018/2/layout/IconVerticalSolidList"/>
    <dgm:cxn modelId="{737EEB88-DD59-4C1D-B15F-B1665F6E4AD3}" type="presParOf" srcId="{80B30FF2-F7D9-4390-AE99-2555F8FD9BBB}" destId="{A4D2587B-0FDD-4E76-ACDC-1BC8B0F89F74}" srcOrd="1" destOrd="0" presId="urn:microsoft.com/office/officeart/2018/2/layout/IconVerticalSolidList"/>
    <dgm:cxn modelId="{FE48C5C6-3B87-4DE2-977B-C3BB63C8097C}" type="presParOf" srcId="{80B30FF2-F7D9-4390-AE99-2555F8FD9BBB}" destId="{8F1B9B65-978D-40DB-9A32-2832FAB36151}" srcOrd="2" destOrd="0" presId="urn:microsoft.com/office/officeart/2018/2/layout/IconVerticalSolidList"/>
    <dgm:cxn modelId="{C51A9F4B-3882-4107-AAA2-C062719FB080}" type="presParOf" srcId="{80B30FF2-F7D9-4390-AE99-2555F8FD9BBB}" destId="{E75D8FC6-5553-44BA-8E3D-8AE097EDB084}" srcOrd="3" destOrd="0" presId="urn:microsoft.com/office/officeart/2018/2/layout/IconVerticalSolidList"/>
    <dgm:cxn modelId="{9E35BED8-A821-4ACA-91A1-163374F921BB}" type="presParOf" srcId="{76FAA844-2F5D-494F-9748-466877404CF3}" destId="{493056B4-A70D-4D81-850A-E7D373B2401F}" srcOrd="1" destOrd="0" presId="urn:microsoft.com/office/officeart/2018/2/layout/IconVerticalSolidList"/>
    <dgm:cxn modelId="{8243CCCA-5091-4B11-9AF9-190A5BFADCDD}" type="presParOf" srcId="{76FAA844-2F5D-494F-9748-466877404CF3}" destId="{F326A0EA-5F3B-469A-83E5-A3066E99EB45}" srcOrd="2" destOrd="0" presId="urn:microsoft.com/office/officeart/2018/2/layout/IconVerticalSolidList"/>
    <dgm:cxn modelId="{8CE68067-B42C-481D-9E4F-9FCD7135CA94}" type="presParOf" srcId="{F326A0EA-5F3B-469A-83E5-A3066E99EB45}" destId="{CF7F53F8-4F1E-45BE-A06C-31B235DD625A}" srcOrd="0" destOrd="0" presId="urn:microsoft.com/office/officeart/2018/2/layout/IconVerticalSolidList"/>
    <dgm:cxn modelId="{725CFA3B-DB50-4C3E-B668-96A07E07509C}" type="presParOf" srcId="{F326A0EA-5F3B-469A-83E5-A3066E99EB45}" destId="{26C2B5EB-B581-4322-95B7-D92DFBB45BEA}" srcOrd="1" destOrd="0" presId="urn:microsoft.com/office/officeart/2018/2/layout/IconVerticalSolidList"/>
    <dgm:cxn modelId="{3C1D1228-7946-4B85-9DC8-E1830F255B56}" type="presParOf" srcId="{F326A0EA-5F3B-469A-83E5-A3066E99EB45}" destId="{B25A53FC-8CEB-4135-BFD3-911746C4A13E}" srcOrd="2" destOrd="0" presId="urn:microsoft.com/office/officeart/2018/2/layout/IconVerticalSolidList"/>
    <dgm:cxn modelId="{0132993E-5F77-4B59-B6F0-0BCA4AAB7F30}" type="presParOf" srcId="{F326A0EA-5F3B-469A-83E5-A3066E99EB45}" destId="{4D64404F-464A-4FB7-8803-773369D1283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1DC2E79-39AE-4245-B32F-EA9E975E436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139CD93-94D0-41B3-AB93-D2A34B8E24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Selected because it consistently provided the best overall predictive performance.</a:t>
          </a:r>
        </a:p>
      </dgm:t>
    </dgm:pt>
    <dgm:pt modelId="{E1EFB52D-BFE2-4624-96D6-849D7AEE896C}" type="parTrans" cxnId="{045D543B-1086-4E41-A764-26901358ACB0}">
      <dgm:prSet/>
      <dgm:spPr/>
      <dgm:t>
        <a:bodyPr/>
        <a:lstStyle/>
        <a:p>
          <a:endParaRPr lang="en-US"/>
        </a:p>
      </dgm:t>
    </dgm:pt>
    <dgm:pt modelId="{BCFFF006-AA48-4DCD-B23C-07DA6BD618BE}" type="sibTrans" cxnId="{045D543B-1086-4E41-A764-26901358ACB0}">
      <dgm:prSet/>
      <dgm:spPr/>
      <dgm:t>
        <a:bodyPr/>
        <a:lstStyle/>
        <a:p>
          <a:endParaRPr lang="en-US"/>
        </a:p>
      </dgm:t>
    </dgm:pt>
    <dgm:pt modelId="{4A72F5E8-C782-40BC-A3CB-949C8F5BC3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Top results: Accuracy 0.82 and ROC-AUC 0.90.</a:t>
          </a:r>
        </a:p>
      </dgm:t>
    </dgm:pt>
    <dgm:pt modelId="{39F8DF1B-64D2-489C-95A6-4169C98DCB68}" type="parTrans" cxnId="{731BA7FE-612B-4C0F-A127-01112BD8177A}">
      <dgm:prSet/>
      <dgm:spPr/>
      <dgm:t>
        <a:bodyPr/>
        <a:lstStyle/>
        <a:p>
          <a:endParaRPr lang="en-US"/>
        </a:p>
      </dgm:t>
    </dgm:pt>
    <dgm:pt modelId="{873F81FC-C334-49C2-B7B6-779B179C5640}" type="sibTrans" cxnId="{731BA7FE-612B-4C0F-A127-01112BD8177A}">
      <dgm:prSet/>
      <dgm:spPr/>
      <dgm:t>
        <a:bodyPr/>
        <a:lstStyle/>
        <a:p>
          <a:endParaRPr lang="en-US"/>
        </a:p>
      </dgm:t>
    </dgm:pt>
    <dgm:pt modelId="{D10D46FC-204D-4B3F-BD15-71C321F91B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Why it worked well: Captures complex nonlinear relationships and feature interactions (weather × road × time).</a:t>
          </a:r>
        </a:p>
      </dgm:t>
    </dgm:pt>
    <dgm:pt modelId="{9873F9E3-52AA-44AC-A177-10034C4A1A12}" type="parTrans" cxnId="{F0C226F3-20EE-40F5-838D-B852BF057D83}">
      <dgm:prSet/>
      <dgm:spPr/>
      <dgm:t>
        <a:bodyPr/>
        <a:lstStyle/>
        <a:p>
          <a:endParaRPr lang="en-US"/>
        </a:p>
      </dgm:t>
    </dgm:pt>
    <dgm:pt modelId="{A0D0D204-6FDA-43A3-8EB5-5B8274EB5815}" type="sibTrans" cxnId="{F0C226F3-20EE-40F5-838D-B852BF057D83}">
      <dgm:prSet/>
      <dgm:spPr/>
      <dgm:t>
        <a:bodyPr/>
        <a:lstStyle/>
        <a:p>
          <a:endParaRPr lang="en-US"/>
        </a:p>
      </dgm:t>
    </dgm:pt>
    <dgm:pt modelId="{5EE2BCB6-3B8F-43CC-95C2-DD4E66AC98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Observed challenge: Severe class imbalance (Classes 1 and 4) reduced macro-average metrics.</a:t>
          </a:r>
        </a:p>
      </dgm:t>
    </dgm:pt>
    <dgm:pt modelId="{8096A33D-0BE0-4C97-A2F9-509F19BA6344}" type="parTrans" cxnId="{E7505DE8-FCA2-4F84-8443-3775B5607178}">
      <dgm:prSet/>
      <dgm:spPr/>
      <dgm:t>
        <a:bodyPr/>
        <a:lstStyle/>
        <a:p>
          <a:endParaRPr lang="en-US"/>
        </a:p>
      </dgm:t>
    </dgm:pt>
    <dgm:pt modelId="{54613EA2-7D9D-49A5-9374-4AAC9F7CE348}" type="sibTrans" cxnId="{E7505DE8-FCA2-4F84-8443-3775B5607178}">
      <dgm:prSet/>
      <dgm:spPr/>
      <dgm:t>
        <a:bodyPr/>
        <a:lstStyle/>
        <a:p>
          <a:endParaRPr lang="en-US"/>
        </a:p>
      </dgm:t>
    </dgm:pt>
    <dgm:pt modelId="{21CEC53E-F644-40FF-AB82-C85DA97DD9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Evaluation visuals referenced: Confusion matrix, ROC curves, Precision–Recall curves.</a:t>
          </a:r>
        </a:p>
      </dgm:t>
    </dgm:pt>
    <dgm:pt modelId="{4B5B7DB1-5D8A-4327-9B57-2BBEFA3430AA}" type="parTrans" cxnId="{E4A779EF-FE1A-4D7D-BAF6-CABDD2A79082}">
      <dgm:prSet/>
      <dgm:spPr/>
      <dgm:t>
        <a:bodyPr/>
        <a:lstStyle/>
        <a:p>
          <a:endParaRPr lang="en-US"/>
        </a:p>
      </dgm:t>
    </dgm:pt>
    <dgm:pt modelId="{EF486558-934B-4544-9D8C-2107FF2F3E56}" type="sibTrans" cxnId="{E4A779EF-FE1A-4D7D-BAF6-CABDD2A79082}">
      <dgm:prSet/>
      <dgm:spPr/>
      <dgm:t>
        <a:bodyPr/>
        <a:lstStyle/>
        <a:p>
          <a:endParaRPr lang="en-US"/>
        </a:p>
      </dgm:t>
    </dgm:pt>
    <dgm:pt modelId="{A1351DD3-E65F-4F7A-8A8D-05833B2C3B75}" type="pres">
      <dgm:prSet presAssocID="{51DC2E79-39AE-4245-B32F-EA9E975E436D}" presName="root" presStyleCnt="0">
        <dgm:presLayoutVars>
          <dgm:dir/>
          <dgm:resizeHandles val="exact"/>
        </dgm:presLayoutVars>
      </dgm:prSet>
      <dgm:spPr/>
    </dgm:pt>
    <dgm:pt modelId="{FE29BBD4-9385-450F-BA52-771B3DBFC9D9}" type="pres">
      <dgm:prSet presAssocID="{B139CD93-94D0-41B3-AB93-D2A34B8E24D1}" presName="compNode" presStyleCnt="0"/>
      <dgm:spPr/>
    </dgm:pt>
    <dgm:pt modelId="{539FB9EC-4975-425E-844E-8F505E862D6F}" type="pres">
      <dgm:prSet presAssocID="{B139CD93-94D0-41B3-AB93-D2A34B8E24D1}" presName="bgRect" presStyleLbl="bgShp" presStyleIdx="0" presStyleCnt="5"/>
      <dgm:spPr/>
    </dgm:pt>
    <dgm:pt modelId="{A954D3F4-EAA7-4B24-B83F-A0EFD49D4044}" type="pres">
      <dgm:prSet presAssocID="{B139CD93-94D0-41B3-AB93-D2A34B8E24D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2255B675-1FF3-44EA-864C-0730AC2F02C2}" type="pres">
      <dgm:prSet presAssocID="{B139CD93-94D0-41B3-AB93-D2A34B8E24D1}" presName="spaceRect" presStyleCnt="0"/>
      <dgm:spPr/>
    </dgm:pt>
    <dgm:pt modelId="{DCFFE0A5-20FE-4397-8CBF-1D3BB4DD828E}" type="pres">
      <dgm:prSet presAssocID="{B139CD93-94D0-41B3-AB93-D2A34B8E24D1}" presName="parTx" presStyleLbl="revTx" presStyleIdx="0" presStyleCnt="5">
        <dgm:presLayoutVars>
          <dgm:chMax val="0"/>
          <dgm:chPref val="0"/>
        </dgm:presLayoutVars>
      </dgm:prSet>
      <dgm:spPr/>
    </dgm:pt>
    <dgm:pt modelId="{1795022F-CE8B-4796-B164-451412F87154}" type="pres">
      <dgm:prSet presAssocID="{BCFFF006-AA48-4DCD-B23C-07DA6BD618BE}" presName="sibTrans" presStyleCnt="0"/>
      <dgm:spPr/>
    </dgm:pt>
    <dgm:pt modelId="{8A95F76D-6BE1-4698-9298-17F2106C30F4}" type="pres">
      <dgm:prSet presAssocID="{4A72F5E8-C782-40BC-A3CB-949C8F5BC3D1}" presName="compNode" presStyleCnt="0"/>
      <dgm:spPr/>
    </dgm:pt>
    <dgm:pt modelId="{83577669-EE9A-46DF-8E23-86B777EDF33A}" type="pres">
      <dgm:prSet presAssocID="{4A72F5E8-C782-40BC-A3CB-949C8F5BC3D1}" presName="bgRect" presStyleLbl="bgShp" presStyleIdx="1" presStyleCnt="5"/>
      <dgm:spPr/>
    </dgm:pt>
    <dgm:pt modelId="{2C8A5E5F-1781-4B5D-8EC8-795F9A036A31}" type="pres">
      <dgm:prSet presAssocID="{4A72F5E8-C782-40BC-A3CB-949C8F5BC3D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98F1636A-C9A7-468F-8187-BBB5397F63E9}" type="pres">
      <dgm:prSet presAssocID="{4A72F5E8-C782-40BC-A3CB-949C8F5BC3D1}" presName="spaceRect" presStyleCnt="0"/>
      <dgm:spPr/>
    </dgm:pt>
    <dgm:pt modelId="{70548B8A-EA8B-45F7-B257-3D9B611DA109}" type="pres">
      <dgm:prSet presAssocID="{4A72F5E8-C782-40BC-A3CB-949C8F5BC3D1}" presName="parTx" presStyleLbl="revTx" presStyleIdx="1" presStyleCnt="5">
        <dgm:presLayoutVars>
          <dgm:chMax val="0"/>
          <dgm:chPref val="0"/>
        </dgm:presLayoutVars>
      </dgm:prSet>
      <dgm:spPr/>
    </dgm:pt>
    <dgm:pt modelId="{176C1D11-2476-4D7D-90F0-375A9131201D}" type="pres">
      <dgm:prSet presAssocID="{873F81FC-C334-49C2-B7B6-779B179C5640}" presName="sibTrans" presStyleCnt="0"/>
      <dgm:spPr/>
    </dgm:pt>
    <dgm:pt modelId="{89976C4C-03F8-4968-8B5B-D9EC8EE499F5}" type="pres">
      <dgm:prSet presAssocID="{D10D46FC-204D-4B3F-BD15-71C321F91BB4}" presName="compNode" presStyleCnt="0"/>
      <dgm:spPr/>
    </dgm:pt>
    <dgm:pt modelId="{BC66520D-8116-4D48-8E0A-661E6BB650FD}" type="pres">
      <dgm:prSet presAssocID="{D10D46FC-204D-4B3F-BD15-71C321F91BB4}" presName="bgRect" presStyleLbl="bgShp" presStyleIdx="2" presStyleCnt="5"/>
      <dgm:spPr/>
    </dgm:pt>
    <dgm:pt modelId="{B969F0D7-BADA-4FAE-A68A-F8ED176B1398}" type="pres">
      <dgm:prSet presAssocID="{D10D46FC-204D-4B3F-BD15-71C321F91BB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837C9264-011B-4624-BB61-6216C11505D8}" type="pres">
      <dgm:prSet presAssocID="{D10D46FC-204D-4B3F-BD15-71C321F91BB4}" presName="spaceRect" presStyleCnt="0"/>
      <dgm:spPr/>
    </dgm:pt>
    <dgm:pt modelId="{2A841887-C13E-438F-837E-248CCD7138BE}" type="pres">
      <dgm:prSet presAssocID="{D10D46FC-204D-4B3F-BD15-71C321F91BB4}" presName="parTx" presStyleLbl="revTx" presStyleIdx="2" presStyleCnt="5">
        <dgm:presLayoutVars>
          <dgm:chMax val="0"/>
          <dgm:chPref val="0"/>
        </dgm:presLayoutVars>
      </dgm:prSet>
      <dgm:spPr/>
    </dgm:pt>
    <dgm:pt modelId="{2D4BC5D0-A959-469D-9B95-A32C8A6FC900}" type="pres">
      <dgm:prSet presAssocID="{A0D0D204-6FDA-43A3-8EB5-5B8274EB5815}" presName="sibTrans" presStyleCnt="0"/>
      <dgm:spPr/>
    </dgm:pt>
    <dgm:pt modelId="{5587100B-C8E3-451C-BF3C-6F64225B9C23}" type="pres">
      <dgm:prSet presAssocID="{5EE2BCB6-3B8F-43CC-95C2-DD4E66AC98ED}" presName="compNode" presStyleCnt="0"/>
      <dgm:spPr/>
    </dgm:pt>
    <dgm:pt modelId="{8968272B-F900-446D-8C34-2585645FAA76}" type="pres">
      <dgm:prSet presAssocID="{5EE2BCB6-3B8F-43CC-95C2-DD4E66AC98ED}" presName="bgRect" presStyleLbl="bgShp" presStyleIdx="3" presStyleCnt="5"/>
      <dgm:spPr/>
    </dgm:pt>
    <dgm:pt modelId="{9D6612AB-62F2-4272-94E0-29B69F9D9D9A}" type="pres">
      <dgm:prSet presAssocID="{5EE2BCB6-3B8F-43CC-95C2-DD4E66AC98E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B8597148-4C87-4522-A67F-CA0DD4E7D47A}" type="pres">
      <dgm:prSet presAssocID="{5EE2BCB6-3B8F-43CC-95C2-DD4E66AC98ED}" presName="spaceRect" presStyleCnt="0"/>
      <dgm:spPr/>
    </dgm:pt>
    <dgm:pt modelId="{F4B81EC3-D32A-4A83-81A4-04DE6D69DC22}" type="pres">
      <dgm:prSet presAssocID="{5EE2BCB6-3B8F-43CC-95C2-DD4E66AC98ED}" presName="parTx" presStyleLbl="revTx" presStyleIdx="3" presStyleCnt="5">
        <dgm:presLayoutVars>
          <dgm:chMax val="0"/>
          <dgm:chPref val="0"/>
        </dgm:presLayoutVars>
      </dgm:prSet>
      <dgm:spPr/>
    </dgm:pt>
    <dgm:pt modelId="{4BF88D2E-D58C-428A-8F03-B9F2211702CD}" type="pres">
      <dgm:prSet presAssocID="{54613EA2-7D9D-49A5-9374-4AAC9F7CE348}" presName="sibTrans" presStyleCnt="0"/>
      <dgm:spPr/>
    </dgm:pt>
    <dgm:pt modelId="{F227D69A-D95F-4F60-98A7-4DA80D2536CD}" type="pres">
      <dgm:prSet presAssocID="{21CEC53E-F644-40FF-AB82-C85DA97DD972}" presName="compNode" presStyleCnt="0"/>
      <dgm:spPr/>
    </dgm:pt>
    <dgm:pt modelId="{37EA6433-E73A-4B36-8006-A06F0782EA61}" type="pres">
      <dgm:prSet presAssocID="{21CEC53E-F644-40FF-AB82-C85DA97DD972}" presName="bgRect" presStyleLbl="bgShp" presStyleIdx="4" presStyleCnt="5"/>
      <dgm:spPr/>
    </dgm:pt>
    <dgm:pt modelId="{E499A41D-A6C9-4CE6-BDF0-4FBA76A84ED2}" type="pres">
      <dgm:prSet presAssocID="{21CEC53E-F644-40FF-AB82-C85DA97DD97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EC299D09-A7BA-443E-B41C-8E6FC7F51D9B}" type="pres">
      <dgm:prSet presAssocID="{21CEC53E-F644-40FF-AB82-C85DA97DD972}" presName="spaceRect" presStyleCnt="0"/>
      <dgm:spPr/>
    </dgm:pt>
    <dgm:pt modelId="{CE39B8D1-12A4-48A7-A330-02F407F7F75F}" type="pres">
      <dgm:prSet presAssocID="{21CEC53E-F644-40FF-AB82-C85DA97DD97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95D890A-7948-41D7-8A74-6B6AE94FC2C7}" type="presOf" srcId="{21CEC53E-F644-40FF-AB82-C85DA97DD972}" destId="{CE39B8D1-12A4-48A7-A330-02F407F7F75F}" srcOrd="0" destOrd="0" presId="urn:microsoft.com/office/officeart/2018/2/layout/IconVerticalSolidList"/>
    <dgm:cxn modelId="{045D543B-1086-4E41-A764-26901358ACB0}" srcId="{51DC2E79-39AE-4245-B32F-EA9E975E436D}" destId="{B139CD93-94D0-41B3-AB93-D2A34B8E24D1}" srcOrd="0" destOrd="0" parTransId="{E1EFB52D-BFE2-4624-96D6-849D7AEE896C}" sibTransId="{BCFFF006-AA48-4DCD-B23C-07DA6BD618BE}"/>
    <dgm:cxn modelId="{3C684266-B621-45BF-8580-B2744646DA2D}" type="presOf" srcId="{4A72F5E8-C782-40BC-A3CB-949C8F5BC3D1}" destId="{70548B8A-EA8B-45F7-B257-3D9B611DA109}" srcOrd="0" destOrd="0" presId="urn:microsoft.com/office/officeart/2018/2/layout/IconVerticalSolidList"/>
    <dgm:cxn modelId="{8A754B4D-A148-4908-8B1B-6341018F2584}" type="presOf" srcId="{51DC2E79-39AE-4245-B32F-EA9E975E436D}" destId="{A1351DD3-E65F-4F7A-8A8D-05833B2C3B75}" srcOrd="0" destOrd="0" presId="urn:microsoft.com/office/officeart/2018/2/layout/IconVerticalSolidList"/>
    <dgm:cxn modelId="{784BEA76-8269-4CE2-9C5B-6C3235CFDA68}" type="presOf" srcId="{B139CD93-94D0-41B3-AB93-D2A34B8E24D1}" destId="{DCFFE0A5-20FE-4397-8CBF-1D3BB4DD828E}" srcOrd="0" destOrd="0" presId="urn:microsoft.com/office/officeart/2018/2/layout/IconVerticalSolidList"/>
    <dgm:cxn modelId="{DDDCF3B8-AFFC-4960-9909-935FC0767F77}" type="presOf" srcId="{5EE2BCB6-3B8F-43CC-95C2-DD4E66AC98ED}" destId="{F4B81EC3-D32A-4A83-81A4-04DE6D69DC22}" srcOrd="0" destOrd="0" presId="urn:microsoft.com/office/officeart/2018/2/layout/IconVerticalSolidList"/>
    <dgm:cxn modelId="{D0B192DA-FA3E-458A-AF8E-52BC9B0B540E}" type="presOf" srcId="{D10D46FC-204D-4B3F-BD15-71C321F91BB4}" destId="{2A841887-C13E-438F-837E-248CCD7138BE}" srcOrd="0" destOrd="0" presId="urn:microsoft.com/office/officeart/2018/2/layout/IconVerticalSolidList"/>
    <dgm:cxn modelId="{E7505DE8-FCA2-4F84-8443-3775B5607178}" srcId="{51DC2E79-39AE-4245-B32F-EA9E975E436D}" destId="{5EE2BCB6-3B8F-43CC-95C2-DD4E66AC98ED}" srcOrd="3" destOrd="0" parTransId="{8096A33D-0BE0-4C97-A2F9-509F19BA6344}" sibTransId="{54613EA2-7D9D-49A5-9374-4AAC9F7CE348}"/>
    <dgm:cxn modelId="{E4A779EF-FE1A-4D7D-BAF6-CABDD2A79082}" srcId="{51DC2E79-39AE-4245-B32F-EA9E975E436D}" destId="{21CEC53E-F644-40FF-AB82-C85DA97DD972}" srcOrd="4" destOrd="0" parTransId="{4B5B7DB1-5D8A-4327-9B57-2BBEFA3430AA}" sibTransId="{EF486558-934B-4544-9D8C-2107FF2F3E56}"/>
    <dgm:cxn modelId="{F0C226F3-20EE-40F5-838D-B852BF057D83}" srcId="{51DC2E79-39AE-4245-B32F-EA9E975E436D}" destId="{D10D46FC-204D-4B3F-BD15-71C321F91BB4}" srcOrd="2" destOrd="0" parTransId="{9873F9E3-52AA-44AC-A177-10034C4A1A12}" sibTransId="{A0D0D204-6FDA-43A3-8EB5-5B8274EB5815}"/>
    <dgm:cxn modelId="{731BA7FE-612B-4C0F-A127-01112BD8177A}" srcId="{51DC2E79-39AE-4245-B32F-EA9E975E436D}" destId="{4A72F5E8-C782-40BC-A3CB-949C8F5BC3D1}" srcOrd="1" destOrd="0" parTransId="{39F8DF1B-64D2-489C-95A6-4169C98DCB68}" sibTransId="{873F81FC-C334-49C2-B7B6-779B179C5640}"/>
    <dgm:cxn modelId="{41E86BC2-7110-4996-B93E-4B0604032AF7}" type="presParOf" srcId="{A1351DD3-E65F-4F7A-8A8D-05833B2C3B75}" destId="{FE29BBD4-9385-450F-BA52-771B3DBFC9D9}" srcOrd="0" destOrd="0" presId="urn:microsoft.com/office/officeart/2018/2/layout/IconVerticalSolidList"/>
    <dgm:cxn modelId="{B9E9F41C-7798-49EF-9C71-070D6033BAAE}" type="presParOf" srcId="{FE29BBD4-9385-450F-BA52-771B3DBFC9D9}" destId="{539FB9EC-4975-425E-844E-8F505E862D6F}" srcOrd="0" destOrd="0" presId="urn:microsoft.com/office/officeart/2018/2/layout/IconVerticalSolidList"/>
    <dgm:cxn modelId="{71344041-D45A-41B8-A6B4-DE43A8C8E503}" type="presParOf" srcId="{FE29BBD4-9385-450F-BA52-771B3DBFC9D9}" destId="{A954D3F4-EAA7-4B24-B83F-A0EFD49D4044}" srcOrd="1" destOrd="0" presId="urn:microsoft.com/office/officeart/2018/2/layout/IconVerticalSolidList"/>
    <dgm:cxn modelId="{D9803016-A18F-4759-B540-32FA92416965}" type="presParOf" srcId="{FE29BBD4-9385-450F-BA52-771B3DBFC9D9}" destId="{2255B675-1FF3-44EA-864C-0730AC2F02C2}" srcOrd="2" destOrd="0" presId="urn:microsoft.com/office/officeart/2018/2/layout/IconVerticalSolidList"/>
    <dgm:cxn modelId="{E26D3B7B-2E4E-4985-B46F-A164F199126F}" type="presParOf" srcId="{FE29BBD4-9385-450F-BA52-771B3DBFC9D9}" destId="{DCFFE0A5-20FE-4397-8CBF-1D3BB4DD828E}" srcOrd="3" destOrd="0" presId="urn:microsoft.com/office/officeart/2018/2/layout/IconVerticalSolidList"/>
    <dgm:cxn modelId="{AD037DE1-D320-4F0B-9B6A-DBC72799A471}" type="presParOf" srcId="{A1351DD3-E65F-4F7A-8A8D-05833B2C3B75}" destId="{1795022F-CE8B-4796-B164-451412F87154}" srcOrd="1" destOrd="0" presId="urn:microsoft.com/office/officeart/2018/2/layout/IconVerticalSolidList"/>
    <dgm:cxn modelId="{5EB2AF10-164F-4CCA-8B96-5DAEB417647A}" type="presParOf" srcId="{A1351DD3-E65F-4F7A-8A8D-05833B2C3B75}" destId="{8A95F76D-6BE1-4698-9298-17F2106C30F4}" srcOrd="2" destOrd="0" presId="urn:microsoft.com/office/officeart/2018/2/layout/IconVerticalSolidList"/>
    <dgm:cxn modelId="{B17EDF8F-DF76-402F-B4A4-0899F8F2B5F7}" type="presParOf" srcId="{8A95F76D-6BE1-4698-9298-17F2106C30F4}" destId="{83577669-EE9A-46DF-8E23-86B777EDF33A}" srcOrd="0" destOrd="0" presId="urn:microsoft.com/office/officeart/2018/2/layout/IconVerticalSolidList"/>
    <dgm:cxn modelId="{E765FAE8-7AD4-408B-8D23-176D436D4DB4}" type="presParOf" srcId="{8A95F76D-6BE1-4698-9298-17F2106C30F4}" destId="{2C8A5E5F-1781-4B5D-8EC8-795F9A036A31}" srcOrd="1" destOrd="0" presId="urn:microsoft.com/office/officeart/2018/2/layout/IconVerticalSolidList"/>
    <dgm:cxn modelId="{40680F7C-6129-4353-9666-861407E64841}" type="presParOf" srcId="{8A95F76D-6BE1-4698-9298-17F2106C30F4}" destId="{98F1636A-C9A7-468F-8187-BBB5397F63E9}" srcOrd="2" destOrd="0" presId="urn:microsoft.com/office/officeart/2018/2/layout/IconVerticalSolidList"/>
    <dgm:cxn modelId="{61D955AF-C688-4032-B336-6C7D0D579A8C}" type="presParOf" srcId="{8A95F76D-6BE1-4698-9298-17F2106C30F4}" destId="{70548B8A-EA8B-45F7-B257-3D9B611DA109}" srcOrd="3" destOrd="0" presId="urn:microsoft.com/office/officeart/2018/2/layout/IconVerticalSolidList"/>
    <dgm:cxn modelId="{EE40435D-0102-4F0F-90C0-518137C07635}" type="presParOf" srcId="{A1351DD3-E65F-4F7A-8A8D-05833B2C3B75}" destId="{176C1D11-2476-4D7D-90F0-375A9131201D}" srcOrd="3" destOrd="0" presId="urn:microsoft.com/office/officeart/2018/2/layout/IconVerticalSolidList"/>
    <dgm:cxn modelId="{BE759A2D-2543-4D53-A0F1-374BCD0C8114}" type="presParOf" srcId="{A1351DD3-E65F-4F7A-8A8D-05833B2C3B75}" destId="{89976C4C-03F8-4968-8B5B-D9EC8EE499F5}" srcOrd="4" destOrd="0" presId="urn:microsoft.com/office/officeart/2018/2/layout/IconVerticalSolidList"/>
    <dgm:cxn modelId="{009BF8FB-7CC8-4D16-8534-DBD127580A3D}" type="presParOf" srcId="{89976C4C-03F8-4968-8B5B-D9EC8EE499F5}" destId="{BC66520D-8116-4D48-8E0A-661E6BB650FD}" srcOrd="0" destOrd="0" presId="urn:microsoft.com/office/officeart/2018/2/layout/IconVerticalSolidList"/>
    <dgm:cxn modelId="{771FD8F9-821D-47C7-AFAE-A9AC5BA7C508}" type="presParOf" srcId="{89976C4C-03F8-4968-8B5B-D9EC8EE499F5}" destId="{B969F0D7-BADA-4FAE-A68A-F8ED176B1398}" srcOrd="1" destOrd="0" presId="urn:microsoft.com/office/officeart/2018/2/layout/IconVerticalSolidList"/>
    <dgm:cxn modelId="{1FD3B416-74FA-4373-8915-F72EDB92D93E}" type="presParOf" srcId="{89976C4C-03F8-4968-8B5B-D9EC8EE499F5}" destId="{837C9264-011B-4624-BB61-6216C11505D8}" srcOrd="2" destOrd="0" presId="urn:microsoft.com/office/officeart/2018/2/layout/IconVerticalSolidList"/>
    <dgm:cxn modelId="{16AB3F08-816C-4F83-9A9F-AE01F84A4171}" type="presParOf" srcId="{89976C4C-03F8-4968-8B5B-D9EC8EE499F5}" destId="{2A841887-C13E-438F-837E-248CCD7138BE}" srcOrd="3" destOrd="0" presId="urn:microsoft.com/office/officeart/2018/2/layout/IconVerticalSolidList"/>
    <dgm:cxn modelId="{250FBED0-E5BA-48C3-A9C7-1B645B838BF1}" type="presParOf" srcId="{A1351DD3-E65F-4F7A-8A8D-05833B2C3B75}" destId="{2D4BC5D0-A959-469D-9B95-A32C8A6FC900}" srcOrd="5" destOrd="0" presId="urn:microsoft.com/office/officeart/2018/2/layout/IconVerticalSolidList"/>
    <dgm:cxn modelId="{BDF025F5-DF64-4A91-B1EB-C8EF7EC28FF7}" type="presParOf" srcId="{A1351DD3-E65F-4F7A-8A8D-05833B2C3B75}" destId="{5587100B-C8E3-451C-BF3C-6F64225B9C23}" srcOrd="6" destOrd="0" presId="urn:microsoft.com/office/officeart/2018/2/layout/IconVerticalSolidList"/>
    <dgm:cxn modelId="{EAC56557-76B3-4F97-B15C-D81F27D7D381}" type="presParOf" srcId="{5587100B-C8E3-451C-BF3C-6F64225B9C23}" destId="{8968272B-F900-446D-8C34-2585645FAA76}" srcOrd="0" destOrd="0" presId="urn:microsoft.com/office/officeart/2018/2/layout/IconVerticalSolidList"/>
    <dgm:cxn modelId="{67D28FD2-5E5B-4F99-AD62-6A52F8C5E99B}" type="presParOf" srcId="{5587100B-C8E3-451C-BF3C-6F64225B9C23}" destId="{9D6612AB-62F2-4272-94E0-29B69F9D9D9A}" srcOrd="1" destOrd="0" presId="urn:microsoft.com/office/officeart/2018/2/layout/IconVerticalSolidList"/>
    <dgm:cxn modelId="{81012075-B4AC-46A8-9C54-FC6F80DEC5FE}" type="presParOf" srcId="{5587100B-C8E3-451C-BF3C-6F64225B9C23}" destId="{B8597148-4C87-4522-A67F-CA0DD4E7D47A}" srcOrd="2" destOrd="0" presId="urn:microsoft.com/office/officeart/2018/2/layout/IconVerticalSolidList"/>
    <dgm:cxn modelId="{A0030715-C8F4-4F8E-AA25-2001B083A47A}" type="presParOf" srcId="{5587100B-C8E3-451C-BF3C-6F64225B9C23}" destId="{F4B81EC3-D32A-4A83-81A4-04DE6D69DC22}" srcOrd="3" destOrd="0" presId="urn:microsoft.com/office/officeart/2018/2/layout/IconVerticalSolidList"/>
    <dgm:cxn modelId="{7B942DBF-9C18-43D5-B2E9-65A7AE534B1A}" type="presParOf" srcId="{A1351DD3-E65F-4F7A-8A8D-05833B2C3B75}" destId="{4BF88D2E-D58C-428A-8F03-B9F2211702CD}" srcOrd="7" destOrd="0" presId="urn:microsoft.com/office/officeart/2018/2/layout/IconVerticalSolidList"/>
    <dgm:cxn modelId="{54699346-6C27-4D9E-ADB5-51F9FEC63501}" type="presParOf" srcId="{A1351DD3-E65F-4F7A-8A8D-05833B2C3B75}" destId="{F227D69A-D95F-4F60-98A7-4DA80D2536CD}" srcOrd="8" destOrd="0" presId="urn:microsoft.com/office/officeart/2018/2/layout/IconVerticalSolidList"/>
    <dgm:cxn modelId="{79178484-B849-4C69-8C58-6B98D7E38EB2}" type="presParOf" srcId="{F227D69A-D95F-4F60-98A7-4DA80D2536CD}" destId="{37EA6433-E73A-4B36-8006-A06F0782EA61}" srcOrd="0" destOrd="0" presId="urn:microsoft.com/office/officeart/2018/2/layout/IconVerticalSolidList"/>
    <dgm:cxn modelId="{C872F252-5CDC-44F7-8D83-D3D13C7B5C9C}" type="presParOf" srcId="{F227D69A-D95F-4F60-98A7-4DA80D2536CD}" destId="{E499A41D-A6C9-4CE6-BDF0-4FBA76A84ED2}" srcOrd="1" destOrd="0" presId="urn:microsoft.com/office/officeart/2018/2/layout/IconVerticalSolidList"/>
    <dgm:cxn modelId="{667DB981-4CE6-4B36-8C84-CF61A8431867}" type="presParOf" srcId="{F227D69A-D95F-4F60-98A7-4DA80D2536CD}" destId="{EC299D09-A7BA-443E-B41C-8E6FC7F51D9B}" srcOrd="2" destOrd="0" presId="urn:microsoft.com/office/officeart/2018/2/layout/IconVerticalSolidList"/>
    <dgm:cxn modelId="{C9990BD7-0AE2-4974-96DF-C0CBEF7C7282}" type="presParOf" srcId="{F227D69A-D95F-4F60-98A7-4DA80D2536CD}" destId="{CE39B8D1-12A4-48A7-A330-02F407F7F75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1DC2E79-39AE-4245-B32F-EA9E975E436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CEC53E-F644-40FF-AB82-C85DA97DD9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Evaluation visuals referenced: Confusion matrix, ROC curves, Precision–Recall curves.</a:t>
          </a:r>
        </a:p>
      </dgm:t>
    </dgm:pt>
    <dgm:pt modelId="{4B5B7DB1-5D8A-4327-9B57-2BBEFA3430AA}" type="parTrans" cxnId="{E4A779EF-FE1A-4D7D-BAF6-CABDD2A79082}">
      <dgm:prSet/>
      <dgm:spPr/>
      <dgm:t>
        <a:bodyPr/>
        <a:lstStyle/>
        <a:p>
          <a:endParaRPr lang="en-US"/>
        </a:p>
      </dgm:t>
    </dgm:pt>
    <dgm:pt modelId="{EF486558-934B-4544-9D8C-2107FF2F3E56}" type="sibTrans" cxnId="{E4A779EF-FE1A-4D7D-BAF6-CABDD2A79082}">
      <dgm:prSet/>
      <dgm:spPr/>
      <dgm:t>
        <a:bodyPr/>
        <a:lstStyle/>
        <a:p>
          <a:endParaRPr lang="en-US"/>
        </a:p>
      </dgm:t>
    </dgm:pt>
    <dgm:pt modelId="{A1351DD3-E65F-4F7A-8A8D-05833B2C3B75}" type="pres">
      <dgm:prSet presAssocID="{51DC2E79-39AE-4245-B32F-EA9E975E436D}" presName="root" presStyleCnt="0">
        <dgm:presLayoutVars>
          <dgm:dir/>
          <dgm:resizeHandles val="exact"/>
        </dgm:presLayoutVars>
      </dgm:prSet>
      <dgm:spPr/>
    </dgm:pt>
    <dgm:pt modelId="{F227D69A-D95F-4F60-98A7-4DA80D2536CD}" type="pres">
      <dgm:prSet presAssocID="{21CEC53E-F644-40FF-AB82-C85DA97DD972}" presName="compNode" presStyleCnt="0"/>
      <dgm:spPr/>
    </dgm:pt>
    <dgm:pt modelId="{37EA6433-E73A-4B36-8006-A06F0782EA61}" type="pres">
      <dgm:prSet presAssocID="{21CEC53E-F644-40FF-AB82-C85DA97DD972}" presName="bgRect" presStyleLbl="bgShp" presStyleIdx="0" presStyleCnt="1"/>
      <dgm:spPr/>
    </dgm:pt>
    <dgm:pt modelId="{E499A41D-A6C9-4CE6-BDF0-4FBA76A84ED2}" type="pres">
      <dgm:prSet presAssocID="{21CEC53E-F644-40FF-AB82-C85DA97DD972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EC299D09-A7BA-443E-B41C-8E6FC7F51D9B}" type="pres">
      <dgm:prSet presAssocID="{21CEC53E-F644-40FF-AB82-C85DA97DD972}" presName="spaceRect" presStyleCnt="0"/>
      <dgm:spPr/>
    </dgm:pt>
    <dgm:pt modelId="{CE39B8D1-12A4-48A7-A330-02F407F7F75F}" type="pres">
      <dgm:prSet presAssocID="{21CEC53E-F644-40FF-AB82-C85DA97DD972}" presName="parTx" presStyleLbl="revTx" presStyleIdx="0" presStyleCnt="1">
        <dgm:presLayoutVars>
          <dgm:chMax val="0"/>
          <dgm:chPref val="0"/>
        </dgm:presLayoutVars>
      </dgm:prSet>
      <dgm:spPr/>
    </dgm:pt>
  </dgm:ptLst>
  <dgm:cxnLst>
    <dgm:cxn modelId="{F95D890A-7948-41D7-8A74-6B6AE94FC2C7}" type="presOf" srcId="{21CEC53E-F644-40FF-AB82-C85DA97DD972}" destId="{CE39B8D1-12A4-48A7-A330-02F407F7F75F}" srcOrd="0" destOrd="0" presId="urn:microsoft.com/office/officeart/2018/2/layout/IconVerticalSolidList"/>
    <dgm:cxn modelId="{8A754B4D-A148-4908-8B1B-6341018F2584}" type="presOf" srcId="{51DC2E79-39AE-4245-B32F-EA9E975E436D}" destId="{A1351DD3-E65F-4F7A-8A8D-05833B2C3B75}" srcOrd="0" destOrd="0" presId="urn:microsoft.com/office/officeart/2018/2/layout/IconVerticalSolidList"/>
    <dgm:cxn modelId="{E4A779EF-FE1A-4D7D-BAF6-CABDD2A79082}" srcId="{51DC2E79-39AE-4245-B32F-EA9E975E436D}" destId="{21CEC53E-F644-40FF-AB82-C85DA97DD972}" srcOrd="0" destOrd="0" parTransId="{4B5B7DB1-5D8A-4327-9B57-2BBEFA3430AA}" sibTransId="{EF486558-934B-4544-9D8C-2107FF2F3E56}"/>
    <dgm:cxn modelId="{54699346-6C27-4D9E-ADB5-51F9FEC63501}" type="presParOf" srcId="{A1351DD3-E65F-4F7A-8A8D-05833B2C3B75}" destId="{F227D69A-D95F-4F60-98A7-4DA80D2536CD}" srcOrd="0" destOrd="0" presId="urn:microsoft.com/office/officeart/2018/2/layout/IconVerticalSolidList"/>
    <dgm:cxn modelId="{79178484-B849-4C69-8C58-6B98D7E38EB2}" type="presParOf" srcId="{F227D69A-D95F-4F60-98A7-4DA80D2536CD}" destId="{37EA6433-E73A-4B36-8006-A06F0782EA61}" srcOrd="0" destOrd="0" presId="urn:microsoft.com/office/officeart/2018/2/layout/IconVerticalSolidList"/>
    <dgm:cxn modelId="{C872F252-5CDC-44F7-8D83-D3D13C7B5C9C}" type="presParOf" srcId="{F227D69A-D95F-4F60-98A7-4DA80D2536CD}" destId="{E499A41D-A6C9-4CE6-BDF0-4FBA76A84ED2}" srcOrd="1" destOrd="0" presId="urn:microsoft.com/office/officeart/2018/2/layout/IconVerticalSolidList"/>
    <dgm:cxn modelId="{667DB981-4CE6-4B36-8C84-CF61A8431867}" type="presParOf" srcId="{F227D69A-D95F-4F60-98A7-4DA80D2536CD}" destId="{EC299D09-A7BA-443E-B41C-8E6FC7F51D9B}" srcOrd="2" destOrd="0" presId="urn:microsoft.com/office/officeart/2018/2/layout/IconVerticalSolidList"/>
    <dgm:cxn modelId="{C9990BD7-0AE2-4974-96DF-C0CBEF7C7282}" type="presParOf" srcId="{F227D69A-D95F-4F60-98A7-4DA80D2536CD}" destId="{CE39B8D1-12A4-48A7-A330-02F407F7F75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51DC2E79-39AE-4245-B32F-EA9E975E436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CEC53E-F644-40FF-AB82-C85DA97DD9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Evaluation visuals referenced: Confusion matrix, ROC curves, Precision–Recall curves.</a:t>
          </a:r>
        </a:p>
      </dgm:t>
    </dgm:pt>
    <dgm:pt modelId="{4B5B7DB1-5D8A-4327-9B57-2BBEFA3430AA}" type="parTrans" cxnId="{E4A779EF-FE1A-4D7D-BAF6-CABDD2A79082}">
      <dgm:prSet/>
      <dgm:spPr/>
      <dgm:t>
        <a:bodyPr/>
        <a:lstStyle/>
        <a:p>
          <a:endParaRPr lang="en-US"/>
        </a:p>
      </dgm:t>
    </dgm:pt>
    <dgm:pt modelId="{EF486558-934B-4544-9D8C-2107FF2F3E56}" type="sibTrans" cxnId="{E4A779EF-FE1A-4D7D-BAF6-CABDD2A79082}">
      <dgm:prSet/>
      <dgm:spPr/>
      <dgm:t>
        <a:bodyPr/>
        <a:lstStyle/>
        <a:p>
          <a:endParaRPr lang="en-US"/>
        </a:p>
      </dgm:t>
    </dgm:pt>
    <dgm:pt modelId="{A1351DD3-E65F-4F7A-8A8D-05833B2C3B75}" type="pres">
      <dgm:prSet presAssocID="{51DC2E79-39AE-4245-B32F-EA9E975E436D}" presName="root" presStyleCnt="0">
        <dgm:presLayoutVars>
          <dgm:dir/>
          <dgm:resizeHandles val="exact"/>
        </dgm:presLayoutVars>
      </dgm:prSet>
      <dgm:spPr/>
    </dgm:pt>
    <dgm:pt modelId="{F227D69A-D95F-4F60-98A7-4DA80D2536CD}" type="pres">
      <dgm:prSet presAssocID="{21CEC53E-F644-40FF-AB82-C85DA97DD972}" presName="compNode" presStyleCnt="0"/>
      <dgm:spPr/>
    </dgm:pt>
    <dgm:pt modelId="{37EA6433-E73A-4B36-8006-A06F0782EA61}" type="pres">
      <dgm:prSet presAssocID="{21CEC53E-F644-40FF-AB82-C85DA97DD972}" presName="bgRect" presStyleLbl="bgShp" presStyleIdx="0" presStyleCnt="1"/>
      <dgm:spPr/>
    </dgm:pt>
    <dgm:pt modelId="{E499A41D-A6C9-4CE6-BDF0-4FBA76A84ED2}" type="pres">
      <dgm:prSet presAssocID="{21CEC53E-F644-40FF-AB82-C85DA97DD972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EC299D09-A7BA-443E-B41C-8E6FC7F51D9B}" type="pres">
      <dgm:prSet presAssocID="{21CEC53E-F644-40FF-AB82-C85DA97DD972}" presName="spaceRect" presStyleCnt="0"/>
      <dgm:spPr/>
    </dgm:pt>
    <dgm:pt modelId="{CE39B8D1-12A4-48A7-A330-02F407F7F75F}" type="pres">
      <dgm:prSet presAssocID="{21CEC53E-F644-40FF-AB82-C85DA97DD972}" presName="parTx" presStyleLbl="revTx" presStyleIdx="0" presStyleCnt="1">
        <dgm:presLayoutVars>
          <dgm:chMax val="0"/>
          <dgm:chPref val="0"/>
        </dgm:presLayoutVars>
      </dgm:prSet>
      <dgm:spPr/>
    </dgm:pt>
  </dgm:ptLst>
  <dgm:cxnLst>
    <dgm:cxn modelId="{F95D890A-7948-41D7-8A74-6B6AE94FC2C7}" type="presOf" srcId="{21CEC53E-F644-40FF-AB82-C85DA97DD972}" destId="{CE39B8D1-12A4-48A7-A330-02F407F7F75F}" srcOrd="0" destOrd="0" presId="urn:microsoft.com/office/officeart/2018/2/layout/IconVerticalSolidList"/>
    <dgm:cxn modelId="{8A754B4D-A148-4908-8B1B-6341018F2584}" type="presOf" srcId="{51DC2E79-39AE-4245-B32F-EA9E975E436D}" destId="{A1351DD3-E65F-4F7A-8A8D-05833B2C3B75}" srcOrd="0" destOrd="0" presId="urn:microsoft.com/office/officeart/2018/2/layout/IconVerticalSolidList"/>
    <dgm:cxn modelId="{E4A779EF-FE1A-4D7D-BAF6-CABDD2A79082}" srcId="{51DC2E79-39AE-4245-B32F-EA9E975E436D}" destId="{21CEC53E-F644-40FF-AB82-C85DA97DD972}" srcOrd="0" destOrd="0" parTransId="{4B5B7DB1-5D8A-4327-9B57-2BBEFA3430AA}" sibTransId="{EF486558-934B-4544-9D8C-2107FF2F3E56}"/>
    <dgm:cxn modelId="{54699346-6C27-4D9E-ADB5-51F9FEC63501}" type="presParOf" srcId="{A1351DD3-E65F-4F7A-8A8D-05833B2C3B75}" destId="{F227D69A-D95F-4F60-98A7-4DA80D2536CD}" srcOrd="0" destOrd="0" presId="urn:microsoft.com/office/officeart/2018/2/layout/IconVerticalSolidList"/>
    <dgm:cxn modelId="{79178484-B849-4C69-8C58-6B98D7E38EB2}" type="presParOf" srcId="{F227D69A-D95F-4F60-98A7-4DA80D2536CD}" destId="{37EA6433-E73A-4B36-8006-A06F0782EA61}" srcOrd="0" destOrd="0" presId="urn:microsoft.com/office/officeart/2018/2/layout/IconVerticalSolidList"/>
    <dgm:cxn modelId="{C872F252-5CDC-44F7-8D83-D3D13C7B5C9C}" type="presParOf" srcId="{F227D69A-D95F-4F60-98A7-4DA80D2536CD}" destId="{E499A41D-A6C9-4CE6-BDF0-4FBA76A84ED2}" srcOrd="1" destOrd="0" presId="urn:microsoft.com/office/officeart/2018/2/layout/IconVerticalSolidList"/>
    <dgm:cxn modelId="{667DB981-4CE6-4B36-8C84-CF61A8431867}" type="presParOf" srcId="{F227D69A-D95F-4F60-98A7-4DA80D2536CD}" destId="{EC299D09-A7BA-443E-B41C-8E6FC7F51D9B}" srcOrd="2" destOrd="0" presId="urn:microsoft.com/office/officeart/2018/2/layout/IconVerticalSolidList"/>
    <dgm:cxn modelId="{C9990BD7-0AE2-4974-96DF-C0CBEF7C7282}" type="presParOf" srcId="{F227D69A-D95F-4F60-98A7-4DA80D2536CD}" destId="{CE39B8D1-12A4-48A7-A330-02F407F7F75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33BDF5C-581E-412E-87D1-BE111F81E5E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6C4A5BF-06ED-4B8A-9368-E4012162E862}">
      <dgm:prSet/>
      <dgm:spPr/>
      <dgm:t>
        <a:bodyPr/>
        <a:lstStyle/>
        <a:p>
          <a:r>
            <a:rPr lang="en-US"/>
            <a:t>End-to-end workflow completed: cleaning → EDA → preprocessing → modeling → evaluation.</a:t>
          </a:r>
        </a:p>
      </dgm:t>
    </dgm:pt>
    <dgm:pt modelId="{C435E9D3-ADBD-4D48-8F70-9578F14A38BF}" type="parTrans" cxnId="{493B064B-9F61-43E3-9853-178A7526F524}">
      <dgm:prSet/>
      <dgm:spPr/>
      <dgm:t>
        <a:bodyPr/>
        <a:lstStyle/>
        <a:p>
          <a:endParaRPr lang="en-US"/>
        </a:p>
      </dgm:t>
    </dgm:pt>
    <dgm:pt modelId="{65075835-3D60-460B-9777-9554F0DB38E7}" type="sibTrans" cxnId="{493B064B-9F61-43E3-9853-178A7526F524}">
      <dgm:prSet/>
      <dgm:spPr/>
      <dgm:t>
        <a:bodyPr/>
        <a:lstStyle/>
        <a:p>
          <a:endParaRPr lang="en-US"/>
        </a:p>
      </dgm:t>
    </dgm:pt>
    <dgm:pt modelId="{C6D04EBB-5F05-444D-B937-01E54E9804B9}">
      <dgm:prSet/>
      <dgm:spPr/>
      <dgm:t>
        <a:bodyPr/>
        <a:lstStyle/>
        <a:p>
          <a:r>
            <a:rPr lang="en-US"/>
            <a:t>Impact: Supports identifying high-risk conditions, safety planning, and emergency response prioritization.</a:t>
          </a:r>
        </a:p>
      </dgm:t>
    </dgm:pt>
    <dgm:pt modelId="{7D210D04-78C0-492A-8423-E426766B3EB7}" type="parTrans" cxnId="{307B1392-2FF5-4119-85E0-A7A4DEF16F6F}">
      <dgm:prSet/>
      <dgm:spPr/>
      <dgm:t>
        <a:bodyPr/>
        <a:lstStyle/>
        <a:p>
          <a:endParaRPr lang="en-US"/>
        </a:p>
      </dgm:t>
    </dgm:pt>
    <dgm:pt modelId="{D63E910F-B329-4EBF-BF3E-BBA3876C5E1C}" type="sibTrans" cxnId="{307B1392-2FF5-4119-85E0-A7A4DEF16F6F}">
      <dgm:prSet/>
      <dgm:spPr/>
      <dgm:t>
        <a:bodyPr/>
        <a:lstStyle/>
        <a:p>
          <a:endParaRPr lang="en-US"/>
        </a:p>
      </dgm:t>
    </dgm:pt>
    <dgm:pt modelId="{089DDF10-BAAC-4BE8-B452-96A6CE3E02D7}">
      <dgm:prSet/>
      <dgm:spPr/>
      <dgm:t>
        <a:bodyPr/>
        <a:lstStyle/>
        <a:p>
          <a:r>
            <a:rPr lang="en-US"/>
            <a:t>Recommended improvements:</a:t>
          </a:r>
        </a:p>
      </dgm:t>
    </dgm:pt>
    <dgm:pt modelId="{91D657AC-1A6A-4EC9-BF7E-9EECA819E582}" type="parTrans" cxnId="{F4764AA0-A7CB-4EDD-9980-B98BA353BFD1}">
      <dgm:prSet/>
      <dgm:spPr/>
      <dgm:t>
        <a:bodyPr/>
        <a:lstStyle/>
        <a:p>
          <a:endParaRPr lang="en-US"/>
        </a:p>
      </dgm:t>
    </dgm:pt>
    <dgm:pt modelId="{4082DE64-0141-4290-9147-088EBC62CBA5}" type="sibTrans" cxnId="{F4764AA0-A7CB-4EDD-9980-B98BA353BFD1}">
      <dgm:prSet/>
      <dgm:spPr/>
      <dgm:t>
        <a:bodyPr/>
        <a:lstStyle/>
        <a:p>
          <a:endParaRPr lang="en-US"/>
        </a:p>
      </dgm:t>
    </dgm:pt>
    <dgm:pt modelId="{529BC5EA-8E90-4EF6-BF15-B447AAEE4F02}">
      <dgm:prSet/>
      <dgm:spPr/>
      <dgm:t>
        <a:bodyPr/>
        <a:lstStyle/>
        <a:p>
          <a:r>
            <a:rPr lang="en-US"/>
            <a:t>• Address imbalance (SMOTE/resampling, class weighting).</a:t>
          </a:r>
        </a:p>
      </dgm:t>
    </dgm:pt>
    <dgm:pt modelId="{4305DA5A-0DDB-4657-932F-941FB65D80FF}" type="parTrans" cxnId="{CA447099-A1ED-4900-A270-D4097C4E0BA2}">
      <dgm:prSet/>
      <dgm:spPr/>
      <dgm:t>
        <a:bodyPr/>
        <a:lstStyle/>
        <a:p>
          <a:endParaRPr lang="en-US"/>
        </a:p>
      </dgm:t>
    </dgm:pt>
    <dgm:pt modelId="{3FF30318-80A1-49CE-8722-9A581FAB33E2}" type="sibTrans" cxnId="{CA447099-A1ED-4900-A270-D4097C4E0BA2}">
      <dgm:prSet/>
      <dgm:spPr/>
      <dgm:t>
        <a:bodyPr/>
        <a:lstStyle/>
        <a:p>
          <a:endParaRPr lang="en-US"/>
        </a:p>
      </dgm:t>
    </dgm:pt>
    <dgm:pt modelId="{3318C55A-C39C-4ABC-A012-6F78177D1929}">
      <dgm:prSet/>
      <dgm:spPr/>
      <dgm:t>
        <a:bodyPr/>
        <a:lstStyle/>
        <a:p>
          <a:r>
            <a:rPr lang="en-US"/>
            <a:t>• Try advanced models (XGBoost, deep neural networks).</a:t>
          </a:r>
        </a:p>
      </dgm:t>
    </dgm:pt>
    <dgm:pt modelId="{C23CAFAB-FF40-40B3-B1A3-991E29430305}" type="parTrans" cxnId="{1EDD83B9-90BD-4E4D-B091-574F155CD1E0}">
      <dgm:prSet/>
      <dgm:spPr/>
      <dgm:t>
        <a:bodyPr/>
        <a:lstStyle/>
        <a:p>
          <a:endParaRPr lang="en-US"/>
        </a:p>
      </dgm:t>
    </dgm:pt>
    <dgm:pt modelId="{FA10EE12-73D7-4BC3-95AB-6747699CCD84}" type="sibTrans" cxnId="{1EDD83B9-90BD-4E4D-B091-574F155CD1E0}">
      <dgm:prSet/>
      <dgm:spPr/>
      <dgm:t>
        <a:bodyPr/>
        <a:lstStyle/>
        <a:p>
          <a:endParaRPr lang="en-US"/>
        </a:p>
      </dgm:t>
    </dgm:pt>
    <dgm:pt modelId="{333A7B76-B60F-4276-A301-A636B9292CD1}">
      <dgm:prSet/>
      <dgm:spPr/>
      <dgm:t>
        <a:bodyPr/>
        <a:lstStyle/>
        <a:p>
          <a:r>
            <a:rPr lang="en-US"/>
            <a:t>• Add geographic clustering for spatial insights.</a:t>
          </a:r>
        </a:p>
      </dgm:t>
    </dgm:pt>
    <dgm:pt modelId="{77ADA0EE-2250-42C9-8166-ED2ED467E27D}" type="parTrans" cxnId="{5C4BDFF2-F876-4784-A017-D6C524599E69}">
      <dgm:prSet/>
      <dgm:spPr/>
      <dgm:t>
        <a:bodyPr/>
        <a:lstStyle/>
        <a:p>
          <a:endParaRPr lang="en-US"/>
        </a:p>
      </dgm:t>
    </dgm:pt>
    <dgm:pt modelId="{7B1113C8-7C0E-4DE0-9581-F77B52FADE5F}" type="sibTrans" cxnId="{5C4BDFF2-F876-4784-A017-D6C524599E69}">
      <dgm:prSet/>
      <dgm:spPr/>
      <dgm:t>
        <a:bodyPr/>
        <a:lstStyle/>
        <a:p>
          <a:endParaRPr lang="en-US"/>
        </a:p>
      </dgm:t>
    </dgm:pt>
    <dgm:pt modelId="{29F66AB0-DEF8-4A48-98E6-5320D101C7E2}">
      <dgm:prSet/>
      <dgm:spPr/>
      <dgm:t>
        <a:bodyPr/>
        <a:lstStyle/>
        <a:p>
          <a:r>
            <a:rPr lang="en-US"/>
            <a:t>• Deploy as a real-time prediction tool.</a:t>
          </a:r>
        </a:p>
      </dgm:t>
    </dgm:pt>
    <dgm:pt modelId="{1551BEE5-8251-4847-9383-110B9F04BAF9}" type="parTrans" cxnId="{8DC446B3-7152-41FA-95B8-A5F6A362BB1B}">
      <dgm:prSet/>
      <dgm:spPr/>
      <dgm:t>
        <a:bodyPr/>
        <a:lstStyle/>
        <a:p>
          <a:endParaRPr lang="en-US"/>
        </a:p>
      </dgm:t>
    </dgm:pt>
    <dgm:pt modelId="{47C31B85-8FCD-4AD0-ADD2-3223074EBD8F}" type="sibTrans" cxnId="{8DC446B3-7152-41FA-95B8-A5F6A362BB1B}">
      <dgm:prSet/>
      <dgm:spPr/>
      <dgm:t>
        <a:bodyPr/>
        <a:lstStyle/>
        <a:p>
          <a:endParaRPr lang="en-US"/>
        </a:p>
      </dgm:t>
    </dgm:pt>
    <dgm:pt modelId="{2C50A8B5-5466-4126-AE08-E37FE589C4B4}" type="pres">
      <dgm:prSet presAssocID="{233BDF5C-581E-412E-87D1-BE111F81E5E3}" presName="linear" presStyleCnt="0">
        <dgm:presLayoutVars>
          <dgm:animLvl val="lvl"/>
          <dgm:resizeHandles val="exact"/>
        </dgm:presLayoutVars>
      </dgm:prSet>
      <dgm:spPr/>
    </dgm:pt>
    <dgm:pt modelId="{F69546EE-2CDB-47C7-91FE-D724F4371F85}" type="pres">
      <dgm:prSet presAssocID="{B6C4A5BF-06ED-4B8A-9368-E4012162E862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73157C6F-305C-4DFD-A7C8-B0EE901A6F7D}" type="pres">
      <dgm:prSet presAssocID="{65075835-3D60-460B-9777-9554F0DB38E7}" presName="spacer" presStyleCnt="0"/>
      <dgm:spPr/>
    </dgm:pt>
    <dgm:pt modelId="{B4421844-6375-4921-B4CA-12414C775FE5}" type="pres">
      <dgm:prSet presAssocID="{C6D04EBB-5F05-444D-B937-01E54E9804B9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CCE3B8CE-7EF0-4C63-929C-BFA90C827903}" type="pres">
      <dgm:prSet presAssocID="{D63E910F-B329-4EBF-BF3E-BBA3876C5E1C}" presName="spacer" presStyleCnt="0"/>
      <dgm:spPr/>
    </dgm:pt>
    <dgm:pt modelId="{E98317E9-1E80-4913-A23A-31D5F0013C89}" type="pres">
      <dgm:prSet presAssocID="{089DDF10-BAAC-4BE8-B452-96A6CE3E02D7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AEF31C6F-D689-4E29-B974-E286ED72F2DC}" type="pres">
      <dgm:prSet presAssocID="{4082DE64-0141-4290-9147-088EBC62CBA5}" presName="spacer" presStyleCnt="0"/>
      <dgm:spPr/>
    </dgm:pt>
    <dgm:pt modelId="{8693946C-AD43-469E-9177-8F89D9CF6A14}" type="pres">
      <dgm:prSet presAssocID="{529BC5EA-8E90-4EF6-BF15-B447AAEE4F02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56A357CB-1C7E-4E30-8141-86B990FC6A40}" type="pres">
      <dgm:prSet presAssocID="{3FF30318-80A1-49CE-8722-9A581FAB33E2}" presName="spacer" presStyleCnt="0"/>
      <dgm:spPr/>
    </dgm:pt>
    <dgm:pt modelId="{54E5630F-CD81-4446-B0F9-8DB346A96188}" type="pres">
      <dgm:prSet presAssocID="{3318C55A-C39C-4ABC-A012-6F78177D1929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B0E5509B-E650-441B-A2D9-E16CD1028C7A}" type="pres">
      <dgm:prSet presAssocID="{FA10EE12-73D7-4BC3-95AB-6747699CCD84}" presName="spacer" presStyleCnt="0"/>
      <dgm:spPr/>
    </dgm:pt>
    <dgm:pt modelId="{B026CBA5-5AAA-4EC7-8A06-A7E60428F008}" type="pres">
      <dgm:prSet presAssocID="{333A7B76-B60F-4276-A301-A636B9292CD1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629F8D29-AD16-4430-899A-9C30CDA91042}" type="pres">
      <dgm:prSet presAssocID="{7B1113C8-7C0E-4DE0-9581-F77B52FADE5F}" presName="spacer" presStyleCnt="0"/>
      <dgm:spPr/>
    </dgm:pt>
    <dgm:pt modelId="{94C68563-FE19-4FF0-8AC3-3AA459F1533D}" type="pres">
      <dgm:prSet presAssocID="{29F66AB0-DEF8-4A48-98E6-5320D101C7E2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3F7A270C-1BDF-4B08-9DDD-1AB4700DA19B}" type="presOf" srcId="{29F66AB0-DEF8-4A48-98E6-5320D101C7E2}" destId="{94C68563-FE19-4FF0-8AC3-3AA459F1533D}" srcOrd="0" destOrd="0" presId="urn:microsoft.com/office/officeart/2005/8/layout/vList2"/>
    <dgm:cxn modelId="{4F0FCC30-7952-4FD5-A65A-1BC0B3EDA985}" type="presOf" srcId="{B6C4A5BF-06ED-4B8A-9368-E4012162E862}" destId="{F69546EE-2CDB-47C7-91FE-D724F4371F85}" srcOrd="0" destOrd="0" presId="urn:microsoft.com/office/officeart/2005/8/layout/vList2"/>
    <dgm:cxn modelId="{493B064B-9F61-43E3-9853-178A7526F524}" srcId="{233BDF5C-581E-412E-87D1-BE111F81E5E3}" destId="{B6C4A5BF-06ED-4B8A-9368-E4012162E862}" srcOrd="0" destOrd="0" parTransId="{C435E9D3-ADBD-4D48-8F70-9578F14A38BF}" sibTransId="{65075835-3D60-460B-9777-9554F0DB38E7}"/>
    <dgm:cxn modelId="{A295B575-1295-4D67-92B4-22E6CAE2ADDA}" type="presOf" srcId="{C6D04EBB-5F05-444D-B937-01E54E9804B9}" destId="{B4421844-6375-4921-B4CA-12414C775FE5}" srcOrd="0" destOrd="0" presId="urn:microsoft.com/office/officeart/2005/8/layout/vList2"/>
    <dgm:cxn modelId="{85401376-CA20-4F85-9224-4F51C7BB2A16}" type="presOf" srcId="{3318C55A-C39C-4ABC-A012-6F78177D1929}" destId="{54E5630F-CD81-4446-B0F9-8DB346A96188}" srcOrd="0" destOrd="0" presId="urn:microsoft.com/office/officeart/2005/8/layout/vList2"/>
    <dgm:cxn modelId="{307B1392-2FF5-4119-85E0-A7A4DEF16F6F}" srcId="{233BDF5C-581E-412E-87D1-BE111F81E5E3}" destId="{C6D04EBB-5F05-444D-B937-01E54E9804B9}" srcOrd="1" destOrd="0" parTransId="{7D210D04-78C0-492A-8423-E426766B3EB7}" sibTransId="{D63E910F-B329-4EBF-BF3E-BBA3876C5E1C}"/>
    <dgm:cxn modelId="{CA447099-A1ED-4900-A270-D4097C4E0BA2}" srcId="{233BDF5C-581E-412E-87D1-BE111F81E5E3}" destId="{529BC5EA-8E90-4EF6-BF15-B447AAEE4F02}" srcOrd="3" destOrd="0" parTransId="{4305DA5A-0DDB-4657-932F-941FB65D80FF}" sibTransId="{3FF30318-80A1-49CE-8722-9A581FAB33E2}"/>
    <dgm:cxn modelId="{F4764AA0-A7CB-4EDD-9980-B98BA353BFD1}" srcId="{233BDF5C-581E-412E-87D1-BE111F81E5E3}" destId="{089DDF10-BAAC-4BE8-B452-96A6CE3E02D7}" srcOrd="2" destOrd="0" parTransId="{91D657AC-1A6A-4EC9-BF7E-9EECA819E582}" sibTransId="{4082DE64-0141-4290-9147-088EBC62CBA5}"/>
    <dgm:cxn modelId="{4F203DA1-E54B-4F2D-99F3-497D124E2E68}" type="presOf" srcId="{529BC5EA-8E90-4EF6-BF15-B447AAEE4F02}" destId="{8693946C-AD43-469E-9177-8F89D9CF6A14}" srcOrd="0" destOrd="0" presId="urn:microsoft.com/office/officeart/2005/8/layout/vList2"/>
    <dgm:cxn modelId="{8DC446B3-7152-41FA-95B8-A5F6A362BB1B}" srcId="{233BDF5C-581E-412E-87D1-BE111F81E5E3}" destId="{29F66AB0-DEF8-4A48-98E6-5320D101C7E2}" srcOrd="6" destOrd="0" parTransId="{1551BEE5-8251-4847-9383-110B9F04BAF9}" sibTransId="{47C31B85-8FCD-4AD0-ADD2-3223074EBD8F}"/>
    <dgm:cxn modelId="{1EDD83B9-90BD-4E4D-B091-574F155CD1E0}" srcId="{233BDF5C-581E-412E-87D1-BE111F81E5E3}" destId="{3318C55A-C39C-4ABC-A012-6F78177D1929}" srcOrd="4" destOrd="0" parTransId="{C23CAFAB-FF40-40B3-B1A3-991E29430305}" sibTransId="{FA10EE12-73D7-4BC3-95AB-6747699CCD84}"/>
    <dgm:cxn modelId="{E0A3DAD4-3B00-4387-B463-83C1CD107100}" type="presOf" srcId="{333A7B76-B60F-4276-A301-A636B9292CD1}" destId="{B026CBA5-5AAA-4EC7-8A06-A7E60428F008}" srcOrd="0" destOrd="0" presId="urn:microsoft.com/office/officeart/2005/8/layout/vList2"/>
    <dgm:cxn modelId="{5C4BDFF2-F876-4784-A017-D6C524599E69}" srcId="{233BDF5C-581E-412E-87D1-BE111F81E5E3}" destId="{333A7B76-B60F-4276-A301-A636B9292CD1}" srcOrd="5" destOrd="0" parTransId="{77ADA0EE-2250-42C9-8166-ED2ED467E27D}" sibTransId="{7B1113C8-7C0E-4DE0-9581-F77B52FADE5F}"/>
    <dgm:cxn modelId="{D31188FD-8F0D-48F0-AC60-FBACB903B10A}" type="presOf" srcId="{233BDF5C-581E-412E-87D1-BE111F81E5E3}" destId="{2C50A8B5-5466-4126-AE08-E37FE589C4B4}" srcOrd="0" destOrd="0" presId="urn:microsoft.com/office/officeart/2005/8/layout/vList2"/>
    <dgm:cxn modelId="{6DD53BFE-8FEB-4CE7-909C-E1507E2663D1}" type="presOf" srcId="{089DDF10-BAAC-4BE8-B452-96A6CE3E02D7}" destId="{E98317E9-1E80-4913-A23A-31D5F0013C89}" srcOrd="0" destOrd="0" presId="urn:microsoft.com/office/officeart/2005/8/layout/vList2"/>
    <dgm:cxn modelId="{737175A8-3730-4400-9099-4043DFA04557}" type="presParOf" srcId="{2C50A8B5-5466-4126-AE08-E37FE589C4B4}" destId="{F69546EE-2CDB-47C7-91FE-D724F4371F85}" srcOrd="0" destOrd="0" presId="urn:microsoft.com/office/officeart/2005/8/layout/vList2"/>
    <dgm:cxn modelId="{85624601-6CDF-4643-AD9E-3AD5E021E1C6}" type="presParOf" srcId="{2C50A8B5-5466-4126-AE08-E37FE589C4B4}" destId="{73157C6F-305C-4DFD-A7C8-B0EE901A6F7D}" srcOrd="1" destOrd="0" presId="urn:microsoft.com/office/officeart/2005/8/layout/vList2"/>
    <dgm:cxn modelId="{15CDAE54-9B18-44BF-8AD1-747F2C568607}" type="presParOf" srcId="{2C50A8B5-5466-4126-AE08-E37FE589C4B4}" destId="{B4421844-6375-4921-B4CA-12414C775FE5}" srcOrd="2" destOrd="0" presId="urn:microsoft.com/office/officeart/2005/8/layout/vList2"/>
    <dgm:cxn modelId="{EA5E2702-E849-4D96-B6CE-A2BD708CF44B}" type="presParOf" srcId="{2C50A8B5-5466-4126-AE08-E37FE589C4B4}" destId="{CCE3B8CE-7EF0-4C63-929C-BFA90C827903}" srcOrd="3" destOrd="0" presId="urn:microsoft.com/office/officeart/2005/8/layout/vList2"/>
    <dgm:cxn modelId="{890E3F1C-7B32-4EB4-B88A-796B56D1AF54}" type="presParOf" srcId="{2C50A8B5-5466-4126-AE08-E37FE589C4B4}" destId="{E98317E9-1E80-4913-A23A-31D5F0013C89}" srcOrd="4" destOrd="0" presId="urn:microsoft.com/office/officeart/2005/8/layout/vList2"/>
    <dgm:cxn modelId="{36B2E1BD-9F82-4E4A-89BB-E2F8FAB0540B}" type="presParOf" srcId="{2C50A8B5-5466-4126-AE08-E37FE589C4B4}" destId="{AEF31C6F-D689-4E29-B974-E286ED72F2DC}" srcOrd="5" destOrd="0" presId="urn:microsoft.com/office/officeart/2005/8/layout/vList2"/>
    <dgm:cxn modelId="{6BFDECFF-E796-4275-ABBA-22B77CD25A40}" type="presParOf" srcId="{2C50A8B5-5466-4126-AE08-E37FE589C4B4}" destId="{8693946C-AD43-469E-9177-8F89D9CF6A14}" srcOrd="6" destOrd="0" presId="urn:microsoft.com/office/officeart/2005/8/layout/vList2"/>
    <dgm:cxn modelId="{25B45A89-C3D9-4C1D-9DB5-6EFB68F9335B}" type="presParOf" srcId="{2C50A8B5-5466-4126-AE08-E37FE589C4B4}" destId="{56A357CB-1C7E-4E30-8141-86B990FC6A40}" srcOrd="7" destOrd="0" presId="urn:microsoft.com/office/officeart/2005/8/layout/vList2"/>
    <dgm:cxn modelId="{694FC279-5BF7-4B52-9E3A-4747C333AD5E}" type="presParOf" srcId="{2C50A8B5-5466-4126-AE08-E37FE589C4B4}" destId="{54E5630F-CD81-4446-B0F9-8DB346A96188}" srcOrd="8" destOrd="0" presId="urn:microsoft.com/office/officeart/2005/8/layout/vList2"/>
    <dgm:cxn modelId="{6C04974A-D4C9-4B61-9457-1CA2CD5D3395}" type="presParOf" srcId="{2C50A8B5-5466-4126-AE08-E37FE589C4B4}" destId="{B0E5509B-E650-441B-A2D9-E16CD1028C7A}" srcOrd="9" destOrd="0" presId="urn:microsoft.com/office/officeart/2005/8/layout/vList2"/>
    <dgm:cxn modelId="{970FC924-B78D-4DA1-A8B9-0827CDE156C0}" type="presParOf" srcId="{2C50A8B5-5466-4126-AE08-E37FE589C4B4}" destId="{B026CBA5-5AAA-4EC7-8A06-A7E60428F008}" srcOrd="10" destOrd="0" presId="urn:microsoft.com/office/officeart/2005/8/layout/vList2"/>
    <dgm:cxn modelId="{ABDA6682-1376-4661-8D67-3133D8A68553}" type="presParOf" srcId="{2C50A8B5-5466-4126-AE08-E37FE589C4B4}" destId="{629F8D29-AD16-4430-899A-9C30CDA91042}" srcOrd="11" destOrd="0" presId="urn:microsoft.com/office/officeart/2005/8/layout/vList2"/>
    <dgm:cxn modelId="{CA4207D0-F3AC-402D-9CF8-8EA5DF22A0E5}" type="presParOf" srcId="{2C50A8B5-5466-4126-AE08-E37FE589C4B4}" destId="{94C68563-FE19-4FF0-8AC3-3AA459F1533D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3E6EA7-BD0C-4FF0-B982-E6FEA70FFA87}">
      <dsp:nvSpPr>
        <dsp:cNvPr id="0" name=""/>
        <dsp:cNvSpPr/>
      </dsp:nvSpPr>
      <dsp:spPr>
        <a:xfrm>
          <a:off x="0" y="3286"/>
          <a:ext cx="10607040" cy="69994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172D22-7EA2-4657-9411-6D7E7C9972D3}">
      <dsp:nvSpPr>
        <dsp:cNvPr id="0" name=""/>
        <dsp:cNvSpPr/>
      </dsp:nvSpPr>
      <dsp:spPr>
        <a:xfrm>
          <a:off x="211733" y="160773"/>
          <a:ext cx="384969" cy="3849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9885CC-6DCE-40C7-B324-D719FEF7FA0F}">
      <dsp:nvSpPr>
        <dsp:cNvPr id="0" name=""/>
        <dsp:cNvSpPr/>
      </dsp:nvSpPr>
      <dsp:spPr>
        <a:xfrm>
          <a:off x="808436" y="3286"/>
          <a:ext cx="9798603" cy="699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077" tIns="74077" rIns="74077" bIns="7407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Goal: Predict traffic accident severity using environmental, temporal, and roadway-related features.</a:t>
          </a:r>
        </a:p>
      </dsp:txBody>
      <dsp:txXfrm>
        <a:off x="808436" y="3286"/>
        <a:ext cx="9798603" cy="699944"/>
      </dsp:txXfrm>
    </dsp:sp>
    <dsp:sp modelId="{94E47E3C-E7C9-4333-887D-9AD4518406D7}">
      <dsp:nvSpPr>
        <dsp:cNvPr id="0" name=""/>
        <dsp:cNvSpPr/>
      </dsp:nvSpPr>
      <dsp:spPr>
        <a:xfrm>
          <a:off x="0" y="878216"/>
          <a:ext cx="10607040" cy="69994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84B776-628E-44FE-B9D7-98A8121C5A1A}">
      <dsp:nvSpPr>
        <dsp:cNvPr id="0" name=""/>
        <dsp:cNvSpPr/>
      </dsp:nvSpPr>
      <dsp:spPr>
        <a:xfrm>
          <a:off x="211733" y="1035704"/>
          <a:ext cx="384969" cy="3849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AEACF6-A290-49FE-8018-941D366D9B96}">
      <dsp:nvSpPr>
        <dsp:cNvPr id="0" name=""/>
        <dsp:cNvSpPr/>
      </dsp:nvSpPr>
      <dsp:spPr>
        <a:xfrm>
          <a:off x="808436" y="878216"/>
          <a:ext cx="9798603" cy="699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077" tIns="74077" rIns="74077" bIns="7407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Dataset: U.S. Accidents (2016–2023) crash records across the United States.</a:t>
          </a:r>
        </a:p>
      </dsp:txBody>
      <dsp:txXfrm>
        <a:off x="808436" y="878216"/>
        <a:ext cx="9798603" cy="699944"/>
      </dsp:txXfrm>
    </dsp:sp>
    <dsp:sp modelId="{54D13649-6D0F-463A-90FE-CC000FFD1CC8}">
      <dsp:nvSpPr>
        <dsp:cNvPr id="0" name=""/>
        <dsp:cNvSpPr/>
      </dsp:nvSpPr>
      <dsp:spPr>
        <a:xfrm>
          <a:off x="0" y="1753147"/>
          <a:ext cx="10607040" cy="69994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BFAE12-071C-4E3D-9E8A-80A2FE6ADE52}">
      <dsp:nvSpPr>
        <dsp:cNvPr id="0" name=""/>
        <dsp:cNvSpPr/>
      </dsp:nvSpPr>
      <dsp:spPr>
        <a:xfrm>
          <a:off x="211733" y="1910635"/>
          <a:ext cx="384969" cy="3849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4A0B12-1843-45C5-AB17-089DF2237B3C}">
      <dsp:nvSpPr>
        <dsp:cNvPr id="0" name=""/>
        <dsp:cNvSpPr/>
      </dsp:nvSpPr>
      <dsp:spPr>
        <a:xfrm>
          <a:off x="808436" y="1753147"/>
          <a:ext cx="9798603" cy="699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077" tIns="74077" rIns="74077" bIns="7407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Approach: Data wrangling → feature engineering → EDA → model training &amp; evaluation.</a:t>
          </a:r>
        </a:p>
      </dsp:txBody>
      <dsp:txXfrm>
        <a:off x="808436" y="1753147"/>
        <a:ext cx="9798603" cy="699944"/>
      </dsp:txXfrm>
    </dsp:sp>
    <dsp:sp modelId="{B46C3609-8411-4A38-A79B-1807524D70C5}">
      <dsp:nvSpPr>
        <dsp:cNvPr id="0" name=""/>
        <dsp:cNvSpPr/>
      </dsp:nvSpPr>
      <dsp:spPr>
        <a:xfrm>
          <a:off x="0" y="2628078"/>
          <a:ext cx="10607040" cy="69994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0033D3-6426-4943-909A-EA790E812C94}">
      <dsp:nvSpPr>
        <dsp:cNvPr id="0" name=""/>
        <dsp:cNvSpPr/>
      </dsp:nvSpPr>
      <dsp:spPr>
        <a:xfrm>
          <a:off x="211733" y="2785566"/>
          <a:ext cx="384969" cy="38496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114727-DA35-44D9-A3EF-95CAF3DCB6DB}">
      <dsp:nvSpPr>
        <dsp:cNvPr id="0" name=""/>
        <dsp:cNvSpPr/>
      </dsp:nvSpPr>
      <dsp:spPr>
        <a:xfrm>
          <a:off x="808436" y="2628078"/>
          <a:ext cx="9798603" cy="699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077" tIns="74077" rIns="74077" bIns="7407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Models compared: Logistic Regression, KNN, Random Forest, Gradient Boosting.</a:t>
          </a:r>
        </a:p>
      </dsp:txBody>
      <dsp:txXfrm>
        <a:off x="808436" y="2628078"/>
        <a:ext cx="9798603" cy="699944"/>
      </dsp:txXfrm>
    </dsp:sp>
    <dsp:sp modelId="{2E670427-EE2D-4AF9-B309-7BCE5DACEA18}">
      <dsp:nvSpPr>
        <dsp:cNvPr id="0" name=""/>
        <dsp:cNvSpPr/>
      </dsp:nvSpPr>
      <dsp:spPr>
        <a:xfrm>
          <a:off x="0" y="3503009"/>
          <a:ext cx="10607040" cy="69994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A7492E-C50C-498C-8F9C-DFAEA514F084}">
      <dsp:nvSpPr>
        <dsp:cNvPr id="0" name=""/>
        <dsp:cNvSpPr/>
      </dsp:nvSpPr>
      <dsp:spPr>
        <a:xfrm>
          <a:off x="211733" y="3660496"/>
          <a:ext cx="384969" cy="38496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1EC293-07C4-49B0-990E-791B0A78D75B}">
      <dsp:nvSpPr>
        <dsp:cNvPr id="0" name=""/>
        <dsp:cNvSpPr/>
      </dsp:nvSpPr>
      <dsp:spPr>
        <a:xfrm>
          <a:off x="808436" y="3503009"/>
          <a:ext cx="9798603" cy="699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077" tIns="74077" rIns="74077" bIns="7407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Best model: Gradient Boosting (Accuracy 0.82; ROC-AUC 0.90).</a:t>
          </a:r>
        </a:p>
      </dsp:txBody>
      <dsp:txXfrm>
        <a:off x="808436" y="3503009"/>
        <a:ext cx="9798603" cy="6999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B73B6-96AF-412B-A81C-15AD5D62618F}">
      <dsp:nvSpPr>
        <dsp:cNvPr id="0" name=""/>
        <dsp:cNvSpPr/>
      </dsp:nvSpPr>
      <dsp:spPr>
        <a:xfrm>
          <a:off x="0" y="0"/>
          <a:ext cx="8485632" cy="9656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Traffic accidents are a major public safety issue with significant injuries and fatalities.</a:t>
          </a:r>
        </a:p>
      </dsp:txBody>
      <dsp:txXfrm>
        <a:off x="28282" y="28282"/>
        <a:ext cx="7362072" cy="909042"/>
      </dsp:txXfrm>
    </dsp:sp>
    <dsp:sp modelId="{2DB7EA91-8B83-48EB-8B8B-C05B00613DDA}">
      <dsp:nvSpPr>
        <dsp:cNvPr id="0" name=""/>
        <dsp:cNvSpPr/>
      </dsp:nvSpPr>
      <dsp:spPr>
        <a:xfrm>
          <a:off x="710671" y="1141171"/>
          <a:ext cx="8485632" cy="9656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Understanding contributing factors can inform policy, road safety, and emergency response.</a:t>
          </a:r>
        </a:p>
      </dsp:txBody>
      <dsp:txXfrm>
        <a:off x="738953" y="1169453"/>
        <a:ext cx="7090752" cy="909042"/>
      </dsp:txXfrm>
    </dsp:sp>
    <dsp:sp modelId="{AEF10945-8454-4056-BC8F-9845DC91F55D}">
      <dsp:nvSpPr>
        <dsp:cNvPr id="0" name=""/>
        <dsp:cNvSpPr/>
      </dsp:nvSpPr>
      <dsp:spPr>
        <a:xfrm>
          <a:off x="1410736" y="2282342"/>
          <a:ext cx="8485632" cy="9656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Objective: Predict severity based on weather, time of day, and location/road factors.</a:t>
          </a:r>
        </a:p>
      </dsp:txBody>
      <dsp:txXfrm>
        <a:off x="1439018" y="2310624"/>
        <a:ext cx="7101359" cy="909042"/>
      </dsp:txXfrm>
    </dsp:sp>
    <dsp:sp modelId="{38AB0D05-A84F-443B-8C6A-5E5935BC2B18}">
      <dsp:nvSpPr>
        <dsp:cNvPr id="0" name=""/>
        <dsp:cNvSpPr/>
      </dsp:nvSpPr>
      <dsp:spPr>
        <a:xfrm>
          <a:off x="2121408" y="3423513"/>
          <a:ext cx="8485632" cy="9656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Target variable: Severity (categorical levels 1–4).</a:t>
          </a:r>
        </a:p>
      </dsp:txBody>
      <dsp:txXfrm>
        <a:off x="2149690" y="3451795"/>
        <a:ext cx="7090752" cy="909042"/>
      </dsp:txXfrm>
    </dsp:sp>
    <dsp:sp modelId="{7D7C4469-FAEB-4B05-A8BC-2CD0606865A8}">
      <dsp:nvSpPr>
        <dsp:cNvPr id="0" name=""/>
        <dsp:cNvSpPr/>
      </dsp:nvSpPr>
      <dsp:spPr>
        <a:xfrm>
          <a:off x="7857987" y="739566"/>
          <a:ext cx="627644" cy="62764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999207" y="739566"/>
        <a:ext cx="345204" cy="472302"/>
      </dsp:txXfrm>
    </dsp:sp>
    <dsp:sp modelId="{702FC3B0-4A94-40C8-B393-012CDC11080E}">
      <dsp:nvSpPr>
        <dsp:cNvPr id="0" name=""/>
        <dsp:cNvSpPr/>
      </dsp:nvSpPr>
      <dsp:spPr>
        <a:xfrm>
          <a:off x="8568659" y="1880737"/>
          <a:ext cx="627644" cy="62764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709879" y="1880737"/>
        <a:ext cx="345204" cy="472302"/>
      </dsp:txXfrm>
    </dsp:sp>
    <dsp:sp modelId="{988C5955-39D4-411E-ADA7-A0BC0EC98406}">
      <dsp:nvSpPr>
        <dsp:cNvPr id="0" name=""/>
        <dsp:cNvSpPr/>
      </dsp:nvSpPr>
      <dsp:spPr>
        <a:xfrm>
          <a:off x="9268724" y="3021909"/>
          <a:ext cx="627644" cy="62764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409944" y="3021909"/>
        <a:ext cx="345204" cy="4723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8134A3-48A9-41AB-809B-D272D68C9359}">
      <dsp:nvSpPr>
        <dsp:cNvPr id="0" name=""/>
        <dsp:cNvSpPr/>
      </dsp:nvSpPr>
      <dsp:spPr>
        <a:xfrm>
          <a:off x="0" y="13679"/>
          <a:ext cx="1060704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Source: U.S. Department of Transportation–related portals and Kaggle U.S. Accidents dataset.</a:t>
          </a:r>
        </a:p>
      </dsp:txBody>
      <dsp:txXfrm>
        <a:off x="50489" y="64168"/>
        <a:ext cx="10506062" cy="933302"/>
      </dsp:txXfrm>
    </dsp:sp>
    <dsp:sp modelId="{893F9ADC-2A7C-4709-897A-8BC33E855FD5}">
      <dsp:nvSpPr>
        <dsp:cNvPr id="0" name=""/>
        <dsp:cNvSpPr/>
      </dsp:nvSpPr>
      <dsp:spPr>
        <a:xfrm>
          <a:off x="0" y="1122840"/>
          <a:ext cx="1060704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Typical fields: Date/time, city/state/coordinates, weather conditions, road &amp; traffic indicators.</a:t>
          </a:r>
        </a:p>
      </dsp:txBody>
      <dsp:txXfrm>
        <a:off x="50489" y="1173329"/>
        <a:ext cx="10506062" cy="933302"/>
      </dsp:txXfrm>
    </dsp:sp>
    <dsp:sp modelId="{B3A28732-2234-407A-B2C8-297BA28B107E}">
      <dsp:nvSpPr>
        <dsp:cNvPr id="0" name=""/>
        <dsp:cNvSpPr/>
      </dsp:nvSpPr>
      <dsp:spPr>
        <a:xfrm>
          <a:off x="0" y="2232000"/>
          <a:ext cx="1060704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Task: Classification to predict Severity (1–4).</a:t>
          </a:r>
        </a:p>
      </dsp:txBody>
      <dsp:txXfrm>
        <a:off x="50489" y="2282489"/>
        <a:ext cx="10506062" cy="933302"/>
      </dsp:txXfrm>
    </dsp:sp>
    <dsp:sp modelId="{D7C35001-E735-4274-80EB-43D09962748C}">
      <dsp:nvSpPr>
        <dsp:cNvPr id="0" name=""/>
        <dsp:cNvSpPr/>
      </dsp:nvSpPr>
      <dsp:spPr>
        <a:xfrm>
          <a:off x="0" y="3341160"/>
          <a:ext cx="1060704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Key challenges: Large, high-dimensional data with missing values and class imbalance.</a:t>
          </a:r>
        </a:p>
      </dsp:txBody>
      <dsp:txXfrm>
        <a:off x="50489" y="3391649"/>
        <a:ext cx="10506062" cy="9333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BC70E7-AC67-4425-AB24-AAE486F59662}">
      <dsp:nvSpPr>
        <dsp:cNvPr id="0" name=""/>
        <dsp:cNvSpPr/>
      </dsp:nvSpPr>
      <dsp:spPr>
        <a:xfrm>
          <a:off x="0" y="558"/>
          <a:ext cx="106070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29FC8E-509C-449E-A263-E14E0176E28D}">
      <dsp:nvSpPr>
        <dsp:cNvPr id="0" name=""/>
        <dsp:cNvSpPr/>
      </dsp:nvSpPr>
      <dsp:spPr>
        <a:xfrm>
          <a:off x="0" y="558"/>
          <a:ext cx="10607040" cy="652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Inspected dataset shape, feature data types, duplicates, and missing-value percentages.</a:t>
          </a:r>
        </a:p>
      </dsp:txBody>
      <dsp:txXfrm>
        <a:off x="0" y="558"/>
        <a:ext cx="10607040" cy="652983"/>
      </dsp:txXfrm>
    </dsp:sp>
    <dsp:sp modelId="{D5EFAB7D-A4CC-475B-9FDF-498422977495}">
      <dsp:nvSpPr>
        <dsp:cNvPr id="0" name=""/>
        <dsp:cNvSpPr/>
      </dsp:nvSpPr>
      <dsp:spPr>
        <a:xfrm>
          <a:off x="0" y="653541"/>
          <a:ext cx="106070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EDFCC4-CA1A-4227-874A-BA8AE7DD2A29}">
      <dsp:nvSpPr>
        <dsp:cNvPr id="0" name=""/>
        <dsp:cNvSpPr/>
      </dsp:nvSpPr>
      <dsp:spPr>
        <a:xfrm>
          <a:off x="0" y="653541"/>
          <a:ext cx="10607040" cy="652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Removed duplicates to avoid biased training.</a:t>
          </a:r>
        </a:p>
      </dsp:txBody>
      <dsp:txXfrm>
        <a:off x="0" y="653541"/>
        <a:ext cx="10607040" cy="652983"/>
      </dsp:txXfrm>
    </dsp:sp>
    <dsp:sp modelId="{527F7211-6D95-4607-9CC9-F98168D998A5}">
      <dsp:nvSpPr>
        <dsp:cNvPr id="0" name=""/>
        <dsp:cNvSpPr/>
      </dsp:nvSpPr>
      <dsp:spPr>
        <a:xfrm>
          <a:off x="0" y="1306524"/>
          <a:ext cx="106070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75ACD-6926-42E0-A132-B69A42397846}">
      <dsp:nvSpPr>
        <dsp:cNvPr id="0" name=""/>
        <dsp:cNvSpPr/>
      </dsp:nvSpPr>
      <dsp:spPr>
        <a:xfrm>
          <a:off x="0" y="1306524"/>
          <a:ext cx="10607040" cy="652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Handled missing data:</a:t>
          </a:r>
        </a:p>
      </dsp:txBody>
      <dsp:txXfrm>
        <a:off x="0" y="1306524"/>
        <a:ext cx="10607040" cy="652983"/>
      </dsp:txXfrm>
    </dsp:sp>
    <dsp:sp modelId="{B92B403D-99AE-41B9-B374-0AF96F626DEB}">
      <dsp:nvSpPr>
        <dsp:cNvPr id="0" name=""/>
        <dsp:cNvSpPr/>
      </dsp:nvSpPr>
      <dsp:spPr>
        <a:xfrm>
          <a:off x="0" y="1959508"/>
          <a:ext cx="106070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120CC7-6827-4FA4-B96D-D8E3B553ADCD}">
      <dsp:nvSpPr>
        <dsp:cNvPr id="0" name=""/>
        <dsp:cNvSpPr/>
      </dsp:nvSpPr>
      <dsp:spPr>
        <a:xfrm>
          <a:off x="0" y="1959508"/>
          <a:ext cx="10607040" cy="652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Numerical: median (skewed) or mean (normal) imputation.</a:t>
          </a:r>
        </a:p>
      </dsp:txBody>
      <dsp:txXfrm>
        <a:off x="0" y="1959508"/>
        <a:ext cx="10607040" cy="652983"/>
      </dsp:txXfrm>
    </dsp:sp>
    <dsp:sp modelId="{493E54CA-DD67-4910-AD33-0B82B12A98A1}">
      <dsp:nvSpPr>
        <dsp:cNvPr id="0" name=""/>
        <dsp:cNvSpPr/>
      </dsp:nvSpPr>
      <dsp:spPr>
        <a:xfrm>
          <a:off x="0" y="2612491"/>
          <a:ext cx="106070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485B58-136D-43EC-8323-6B31816C6D09}">
      <dsp:nvSpPr>
        <dsp:cNvPr id="0" name=""/>
        <dsp:cNvSpPr/>
      </dsp:nvSpPr>
      <dsp:spPr>
        <a:xfrm>
          <a:off x="0" y="2612491"/>
          <a:ext cx="10607040" cy="652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Categorical: 'Unknown' or mode imputation.</a:t>
          </a:r>
        </a:p>
      </dsp:txBody>
      <dsp:txXfrm>
        <a:off x="0" y="2612491"/>
        <a:ext cx="10607040" cy="652983"/>
      </dsp:txXfrm>
    </dsp:sp>
    <dsp:sp modelId="{53E5582A-A23B-4570-8EBB-FC31110D5C02}">
      <dsp:nvSpPr>
        <dsp:cNvPr id="0" name=""/>
        <dsp:cNvSpPr/>
      </dsp:nvSpPr>
      <dsp:spPr>
        <a:xfrm>
          <a:off x="0" y="3265475"/>
          <a:ext cx="106070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C3FB80-2555-4885-9DA4-3D22CF6CE455}">
      <dsp:nvSpPr>
        <dsp:cNvPr id="0" name=""/>
        <dsp:cNvSpPr/>
      </dsp:nvSpPr>
      <dsp:spPr>
        <a:xfrm>
          <a:off x="0" y="3265475"/>
          <a:ext cx="10607040" cy="652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Dropped columns with excessive missingness and low relevance.</a:t>
          </a:r>
        </a:p>
      </dsp:txBody>
      <dsp:txXfrm>
        <a:off x="0" y="3265475"/>
        <a:ext cx="10607040" cy="652983"/>
      </dsp:txXfrm>
    </dsp:sp>
    <dsp:sp modelId="{96EF0993-FCE4-4D49-B67E-C44B2E90FE83}">
      <dsp:nvSpPr>
        <dsp:cNvPr id="0" name=""/>
        <dsp:cNvSpPr/>
      </dsp:nvSpPr>
      <dsp:spPr>
        <a:xfrm>
          <a:off x="0" y="3918458"/>
          <a:ext cx="106070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695A6D-D056-4F4C-9F2F-6D6F127E0752}">
      <dsp:nvSpPr>
        <dsp:cNvPr id="0" name=""/>
        <dsp:cNvSpPr/>
      </dsp:nvSpPr>
      <dsp:spPr>
        <a:xfrm>
          <a:off x="0" y="3918458"/>
          <a:ext cx="10607040" cy="652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Converted types: date/time → datetime; booleans → 0/1; Severity treated as target label.</a:t>
          </a:r>
        </a:p>
      </dsp:txBody>
      <dsp:txXfrm>
        <a:off x="0" y="3918458"/>
        <a:ext cx="10607040" cy="6529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651B3A-B97D-431B-BCEC-F10B8DDB2E01}">
      <dsp:nvSpPr>
        <dsp:cNvPr id="0" name=""/>
        <dsp:cNvSpPr/>
      </dsp:nvSpPr>
      <dsp:spPr>
        <a:xfrm>
          <a:off x="1942" y="1636499"/>
          <a:ext cx="2232243" cy="11161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Derived time-based predictors to capture traffic behavior patterns:</a:t>
          </a:r>
        </a:p>
      </dsp:txBody>
      <dsp:txXfrm>
        <a:off x="34632" y="1669189"/>
        <a:ext cx="2166863" cy="1050741"/>
      </dsp:txXfrm>
    </dsp:sp>
    <dsp:sp modelId="{AABF81C0-540C-4C76-83DC-7D72F7DB1F59}">
      <dsp:nvSpPr>
        <dsp:cNvPr id="0" name=""/>
        <dsp:cNvSpPr/>
      </dsp:nvSpPr>
      <dsp:spPr>
        <a:xfrm>
          <a:off x="2792246" y="1636499"/>
          <a:ext cx="2232243" cy="11161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Hour of day • Day of week • Month • Year</a:t>
          </a:r>
        </a:p>
      </dsp:txBody>
      <dsp:txXfrm>
        <a:off x="2824936" y="1669189"/>
        <a:ext cx="2166863" cy="1050741"/>
      </dsp:txXfrm>
    </dsp:sp>
    <dsp:sp modelId="{AA513D52-00A6-4292-8167-69DB212F605D}">
      <dsp:nvSpPr>
        <dsp:cNvPr id="0" name=""/>
        <dsp:cNvSpPr/>
      </dsp:nvSpPr>
      <dsp:spPr>
        <a:xfrm>
          <a:off x="5582550" y="1636499"/>
          <a:ext cx="2232243" cy="11161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Weekend indicator • Night vs Day indicator</a:t>
          </a:r>
        </a:p>
      </dsp:txBody>
      <dsp:txXfrm>
        <a:off x="5615240" y="1669189"/>
        <a:ext cx="2166863" cy="1050741"/>
      </dsp:txXfrm>
    </dsp:sp>
    <dsp:sp modelId="{26E8C463-27FB-4070-AF71-2B1254C0E8E0}">
      <dsp:nvSpPr>
        <dsp:cNvPr id="0" name=""/>
        <dsp:cNvSpPr/>
      </dsp:nvSpPr>
      <dsp:spPr>
        <a:xfrm>
          <a:off x="8372854" y="1636499"/>
          <a:ext cx="2232243" cy="11161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Rationale: Rush hours, weekend travel, and nighttime visibility/fatigue affect severity.</a:t>
          </a:r>
        </a:p>
      </dsp:txBody>
      <dsp:txXfrm>
        <a:off x="8405544" y="1669189"/>
        <a:ext cx="2166863" cy="105074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21724E-D756-4B37-BB82-747151C00294}">
      <dsp:nvSpPr>
        <dsp:cNvPr id="0" name=""/>
        <dsp:cNvSpPr/>
      </dsp:nvSpPr>
      <dsp:spPr>
        <a:xfrm>
          <a:off x="0" y="0"/>
          <a:ext cx="1060704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Severity distribution: Most crashes are lower severity; severe classes are rarer (class imbalance).</a:t>
          </a:r>
        </a:p>
      </dsp:txBody>
      <dsp:txXfrm>
        <a:off x="24588" y="24588"/>
        <a:ext cx="10557864" cy="45450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3FC691-493C-4341-AD9B-62351FA9B4DD}">
      <dsp:nvSpPr>
        <dsp:cNvPr id="0" name=""/>
        <dsp:cNvSpPr/>
      </dsp:nvSpPr>
      <dsp:spPr>
        <a:xfrm>
          <a:off x="0" y="86934"/>
          <a:ext cx="1060704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Accidents by hour: Peaks during morning/evening rush hours; fewer late at night.</a:t>
          </a:r>
        </a:p>
      </dsp:txBody>
      <dsp:txXfrm>
        <a:off x="28100" y="115034"/>
        <a:ext cx="10550840" cy="51943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A9994E-068C-40FC-9122-EDF30FEE3F13}">
      <dsp:nvSpPr>
        <dsp:cNvPr id="0" name=""/>
        <dsp:cNvSpPr/>
      </dsp:nvSpPr>
      <dsp:spPr>
        <a:xfrm>
          <a:off x="0" y="17025"/>
          <a:ext cx="1060704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Weather vs severity: Rain/snow/fog associated with higher severity; clear weather has many crashes due to volume.</a:t>
          </a:r>
        </a:p>
      </dsp:txBody>
      <dsp:txXfrm>
        <a:off x="40780" y="57805"/>
        <a:ext cx="10525480" cy="75381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D735D7-2E40-46A9-B6E3-D72C15CB833B}">
      <dsp:nvSpPr>
        <dsp:cNvPr id="0" name=""/>
        <dsp:cNvSpPr/>
      </dsp:nvSpPr>
      <dsp:spPr>
        <a:xfrm>
          <a:off x="0" y="0"/>
          <a:ext cx="10607040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Visibility &amp; temperature: Low visibility and extreme temperatures indicate increased risk.</a:t>
          </a:r>
        </a:p>
      </dsp:txBody>
      <dsp:txXfrm>
        <a:off x="25759" y="25759"/>
        <a:ext cx="10555522" cy="47615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8EED9C-C066-44B4-9AB1-49FD724F15CF}">
      <dsp:nvSpPr>
        <dsp:cNvPr id="0" name=""/>
        <dsp:cNvSpPr/>
      </dsp:nvSpPr>
      <dsp:spPr>
        <a:xfrm>
          <a:off x="0" y="151394"/>
          <a:ext cx="1060704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Correlations: Negative correlation between visibility and severity; weak–moderate for some weather variables.</a:t>
          </a:r>
        </a:p>
      </dsp:txBody>
      <dsp:txXfrm>
        <a:off x="21075" y="172469"/>
        <a:ext cx="10564890" cy="38958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85BB78-EBEC-45F8-BBF2-7916AA80B3A1}">
      <dsp:nvSpPr>
        <dsp:cNvPr id="0" name=""/>
        <dsp:cNvSpPr/>
      </dsp:nvSpPr>
      <dsp:spPr>
        <a:xfrm>
          <a:off x="0" y="2232"/>
          <a:ext cx="106070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58CA38-1DF8-4797-9908-C4859F94B38B}">
      <dsp:nvSpPr>
        <dsp:cNvPr id="0" name=""/>
        <dsp:cNvSpPr/>
      </dsp:nvSpPr>
      <dsp:spPr>
        <a:xfrm>
          <a:off x="0" y="2232"/>
          <a:ext cx="10607040" cy="761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Split: 70% training, 15% validation, 15% test (stratified where applicable).</a:t>
          </a:r>
        </a:p>
      </dsp:txBody>
      <dsp:txXfrm>
        <a:off x="0" y="2232"/>
        <a:ext cx="10607040" cy="761255"/>
      </dsp:txXfrm>
    </dsp:sp>
    <dsp:sp modelId="{7240EB91-7049-402C-83EE-374DC0841209}">
      <dsp:nvSpPr>
        <dsp:cNvPr id="0" name=""/>
        <dsp:cNvSpPr/>
      </dsp:nvSpPr>
      <dsp:spPr>
        <a:xfrm>
          <a:off x="0" y="763488"/>
          <a:ext cx="106070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FEDCD7-40DF-4BE8-A9BC-D46C703ADA9A}">
      <dsp:nvSpPr>
        <dsp:cNvPr id="0" name=""/>
        <dsp:cNvSpPr/>
      </dsp:nvSpPr>
      <dsp:spPr>
        <a:xfrm>
          <a:off x="0" y="763488"/>
          <a:ext cx="10607040" cy="761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Feature types:</a:t>
          </a:r>
        </a:p>
      </dsp:txBody>
      <dsp:txXfrm>
        <a:off x="0" y="763488"/>
        <a:ext cx="10607040" cy="761255"/>
      </dsp:txXfrm>
    </dsp:sp>
    <dsp:sp modelId="{F01179D0-3662-42C6-A60A-9CF94012AC9C}">
      <dsp:nvSpPr>
        <dsp:cNvPr id="0" name=""/>
        <dsp:cNvSpPr/>
      </dsp:nvSpPr>
      <dsp:spPr>
        <a:xfrm>
          <a:off x="0" y="1524744"/>
          <a:ext cx="106070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88F06E-A158-455F-8E51-0C109551D55F}">
      <dsp:nvSpPr>
        <dsp:cNvPr id="0" name=""/>
        <dsp:cNvSpPr/>
      </dsp:nvSpPr>
      <dsp:spPr>
        <a:xfrm>
          <a:off x="0" y="1524744"/>
          <a:ext cx="10607040" cy="761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Numerical: impute + standardize (mean 0, std 1).</a:t>
          </a:r>
        </a:p>
      </dsp:txBody>
      <dsp:txXfrm>
        <a:off x="0" y="1524744"/>
        <a:ext cx="10607040" cy="761255"/>
      </dsp:txXfrm>
    </dsp:sp>
    <dsp:sp modelId="{3EF139A1-18C3-41CE-A29B-E5C83A65C9E7}">
      <dsp:nvSpPr>
        <dsp:cNvPr id="0" name=""/>
        <dsp:cNvSpPr/>
      </dsp:nvSpPr>
      <dsp:spPr>
        <a:xfrm>
          <a:off x="0" y="2286000"/>
          <a:ext cx="106070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7A6CE9-4BF2-4BCD-B7D8-2400D0FE4D67}">
      <dsp:nvSpPr>
        <dsp:cNvPr id="0" name=""/>
        <dsp:cNvSpPr/>
      </dsp:nvSpPr>
      <dsp:spPr>
        <a:xfrm>
          <a:off x="0" y="2286000"/>
          <a:ext cx="10607040" cy="761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Categorical: one-hot encoding; handle unknowns; drop first category.</a:t>
          </a:r>
        </a:p>
      </dsp:txBody>
      <dsp:txXfrm>
        <a:off x="0" y="2286000"/>
        <a:ext cx="10607040" cy="761255"/>
      </dsp:txXfrm>
    </dsp:sp>
    <dsp:sp modelId="{563EC252-1020-422B-BA30-C29565D6970A}">
      <dsp:nvSpPr>
        <dsp:cNvPr id="0" name=""/>
        <dsp:cNvSpPr/>
      </dsp:nvSpPr>
      <dsp:spPr>
        <a:xfrm>
          <a:off x="0" y="3047255"/>
          <a:ext cx="106070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429F72-CEBE-4AA3-845C-F301F547CF39}">
      <dsp:nvSpPr>
        <dsp:cNvPr id="0" name=""/>
        <dsp:cNvSpPr/>
      </dsp:nvSpPr>
      <dsp:spPr>
        <a:xfrm>
          <a:off x="0" y="3047255"/>
          <a:ext cx="10607040" cy="761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Used ColumnTransformer + Pipeline to ensure reproducibility and avoid data leakage.</a:t>
          </a:r>
        </a:p>
      </dsp:txBody>
      <dsp:txXfrm>
        <a:off x="0" y="3047255"/>
        <a:ext cx="10607040" cy="761255"/>
      </dsp:txXfrm>
    </dsp:sp>
    <dsp:sp modelId="{63218135-04B7-4E7A-9013-25B5A6CA7DED}">
      <dsp:nvSpPr>
        <dsp:cNvPr id="0" name=""/>
        <dsp:cNvSpPr/>
      </dsp:nvSpPr>
      <dsp:spPr>
        <a:xfrm>
          <a:off x="0" y="3808511"/>
          <a:ext cx="106070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8E606C-9DA9-400B-9D4A-3349F58376C9}">
      <dsp:nvSpPr>
        <dsp:cNvPr id="0" name=""/>
        <dsp:cNvSpPr/>
      </dsp:nvSpPr>
      <dsp:spPr>
        <a:xfrm>
          <a:off x="0" y="3808511"/>
          <a:ext cx="10607040" cy="761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Post-preprocessing training shape reported as (70000, 879), Validation set shape as(15000, 879)</a:t>
          </a:r>
        </a:p>
      </dsp:txBody>
      <dsp:txXfrm>
        <a:off x="0" y="3808511"/>
        <a:ext cx="10607040" cy="76125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AD746F-ED65-44B1-8288-C678BAD4ED74}">
      <dsp:nvSpPr>
        <dsp:cNvPr id="0" name=""/>
        <dsp:cNvSpPr/>
      </dsp:nvSpPr>
      <dsp:spPr>
        <a:xfrm>
          <a:off x="227837" y="553463"/>
          <a:ext cx="1343916" cy="134391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3491AD-F036-4905-B4D5-306DB66E1338}">
      <dsp:nvSpPr>
        <dsp:cNvPr id="0" name=""/>
        <dsp:cNvSpPr/>
      </dsp:nvSpPr>
      <dsp:spPr>
        <a:xfrm>
          <a:off x="510059" y="835686"/>
          <a:ext cx="779471" cy="7794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DA7A72-EE01-4ABA-8606-06EA79518E42}">
      <dsp:nvSpPr>
        <dsp:cNvPr id="0" name=""/>
        <dsp:cNvSpPr/>
      </dsp:nvSpPr>
      <dsp:spPr>
        <a:xfrm>
          <a:off x="1859735" y="553463"/>
          <a:ext cx="3167802" cy="1343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Purpose: Fast, interpretable baseline before trying more complex models.</a:t>
          </a:r>
        </a:p>
      </dsp:txBody>
      <dsp:txXfrm>
        <a:off x="1859735" y="553463"/>
        <a:ext cx="3167802" cy="1343916"/>
      </dsp:txXfrm>
    </dsp:sp>
    <dsp:sp modelId="{53DED5DE-D3D7-460C-9262-01EE3424ACF1}">
      <dsp:nvSpPr>
        <dsp:cNvPr id="0" name=""/>
        <dsp:cNvSpPr/>
      </dsp:nvSpPr>
      <dsp:spPr>
        <a:xfrm>
          <a:off x="5579502" y="553463"/>
          <a:ext cx="1343916" cy="134391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62D579-26C9-43B0-AAAE-63BDB1F426CF}">
      <dsp:nvSpPr>
        <dsp:cNvPr id="0" name=""/>
        <dsp:cNvSpPr/>
      </dsp:nvSpPr>
      <dsp:spPr>
        <a:xfrm>
          <a:off x="5861725" y="835686"/>
          <a:ext cx="779471" cy="7794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FBE7B1-D782-4459-AAE9-1686F77BF7A9}">
      <dsp:nvSpPr>
        <dsp:cNvPr id="0" name=""/>
        <dsp:cNvSpPr/>
      </dsp:nvSpPr>
      <dsp:spPr>
        <a:xfrm>
          <a:off x="7211400" y="553463"/>
          <a:ext cx="3167802" cy="1343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Accuracy: 0.765 (train), 0.761 (validation), 0.756 (test) — close values suggest good generalization.</a:t>
          </a:r>
        </a:p>
      </dsp:txBody>
      <dsp:txXfrm>
        <a:off x="7211400" y="553463"/>
        <a:ext cx="3167802" cy="1343916"/>
      </dsp:txXfrm>
    </dsp:sp>
    <dsp:sp modelId="{DF168FF8-7BF7-4561-929A-9C31F6ED01F0}">
      <dsp:nvSpPr>
        <dsp:cNvPr id="0" name=""/>
        <dsp:cNvSpPr/>
      </dsp:nvSpPr>
      <dsp:spPr>
        <a:xfrm>
          <a:off x="227837" y="2674620"/>
          <a:ext cx="1343916" cy="134391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D2D789-7D0D-4416-8973-D39F96F7DA8C}">
      <dsp:nvSpPr>
        <dsp:cNvPr id="0" name=""/>
        <dsp:cNvSpPr/>
      </dsp:nvSpPr>
      <dsp:spPr>
        <a:xfrm>
          <a:off x="510059" y="2956842"/>
          <a:ext cx="779471" cy="7794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17729B-6B8F-449B-9F2C-760071F166DF}">
      <dsp:nvSpPr>
        <dsp:cNvPr id="0" name=""/>
        <dsp:cNvSpPr/>
      </dsp:nvSpPr>
      <dsp:spPr>
        <a:xfrm>
          <a:off x="1859735" y="2674620"/>
          <a:ext cx="3167802" cy="1343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Confusion matrix analysis: Strong on common classes; most errors between adjacent severity levels.</a:t>
          </a:r>
        </a:p>
      </dsp:txBody>
      <dsp:txXfrm>
        <a:off x="1859735" y="2674620"/>
        <a:ext cx="3167802" cy="1343916"/>
      </dsp:txXfrm>
    </dsp:sp>
    <dsp:sp modelId="{BFBB881B-2826-46F3-A7F2-6BCA7E3C4744}">
      <dsp:nvSpPr>
        <dsp:cNvPr id="0" name=""/>
        <dsp:cNvSpPr/>
      </dsp:nvSpPr>
      <dsp:spPr>
        <a:xfrm>
          <a:off x="5579502" y="2674620"/>
          <a:ext cx="1343916" cy="134391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C79583-41B0-4619-8C5B-E1AEBFA4E1C0}">
      <dsp:nvSpPr>
        <dsp:cNvPr id="0" name=""/>
        <dsp:cNvSpPr/>
      </dsp:nvSpPr>
      <dsp:spPr>
        <a:xfrm>
          <a:off x="5861725" y="2956842"/>
          <a:ext cx="779471" cy="7794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7F3BE1-57DF-4071-8BDC-E560B1A696A3}">
      <dsp:nvSpPr>
        <dsp:cNvPr id="0" name=""/>
        <dsp:cNvSpPr/>
      </dsp:nvSpPr>
      <dsp:spPr>
        <a:xfrm>
          <a:off x="7211400" y="2674620"/>
          <a:ext cx="3167802" cy="1343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Limitations: Linear decision boundary; weaker recall/F1 for minority classes under imbalance.</a:t>
          </a:r>
        </a:p>
      </dsp:txBody>
      <dsp:txXfrm>
        <a:off x="7211400" y="2674620"/>
        <a:ext cx="3167802" cy="134391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C41D1D-2B3A-4A94-A24A-657E96D9E92F}">
      <dsp:nvSpPr>
        <dsp:cNvPr id="0" name=""/>
        <dsp:cNvSpPr/>
      </dsp:nvSpPr>
      <dsp:spPr>
        <a:xfrm>
          <a:off x="0" y="297179"/>
          <a:ext cx="10607040" cy="54864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2587B-0FDD-4E76-ACDC-1BC8B0F89F74}">
      <dsp:nvSpPr>
        <dsp:cNvPr id="0" name=""/>
        <dsp:cNvSpPr/>
      </dsp:nvSpPr>
      <dsp:spPr>
        <a:xfrm>
          <a:off x="165963" y="420623"/>
          <a:ext cx="301752" cy="3017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D8FC6-5553-44BA-8E3D-8AE097EDB084}">
      <dsp:nvSpPr>
        <dsp:cNvPr id="0" name=""/>
        <dsp:cNvSpPr/>
      </dsp:nvSpPr>
      <dsp:spPr>
        <a:xfrm>
          <a:off x="633679" y="297179"/>
          <a:ext cx="9973360" cy="548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064" tIns="58064" rIns="58064" bIns="5806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Ensemble tree models (Random Forest, Gradient Boosting) performed best on nonlinear structure and imbalance.</a:t>
          </a:r>
        </a:p>
      </dsp:txBody>
      <dsp:txXfrm>
        <a:off x="633679" y="297179"/>
        <a:ext cx="9973360" cy="548640"/>
      </dsp:txXfrm>
    </dsp:sp>
    <dsp:sp modelId="{CF7F53F8-4F1E-45BE-A06C-31B235DD625A}">
      <dsp:nvSpPr>
        <dsp:cNvPr id="0" name=""/>
        <dsp:cNvSpPr/>
      </dsp:nvSpPr>
      <dsp:spPr>
        <a:xfrm>
          <a:off x="0" y="982980"/>
          <a:ext cx="10607040" cy="54864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C2B5EB-B581-4322-95B7-D92DFBB45BEA}">
      <dsp:nvSpPr>
        <dsp:cNvPr id="0" name=""/>
        <dsp:cNvSpPr/>
      </dsp:nvSpPr>
      <dsp:spPr>
        <a:xfrm>
          <a:off x="165963" y="1106424"/>
          <a:ext cx="301752" cy="3017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64404F-464A-4FB7-8803-773369D12832}">
      <dsp:nvSpPr>
        <dsp:cNvPr id="0" name=""/>
        <dsp:cNvSpPr/>
      </dsp:nvSpPr>
      <dsp:spPr>
        <a:xfrm>
          <a:off x="633679" y="982980"/>
          <a:ext cx="9973360" cy="548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064" tIns="58064" rIns="58064" bIns="5806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Gradient Boosting delivered the highest accuracy and ROC-AUC.</a:t>
          </a:r>
        </a:p>
      </dsp:txBody>
      <dsp:txXfrm>
        <a:off x="633679" y="982980"/>
        <a:ext cx="9973360" cy="54864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9FB9EC-4975-425E-844E-8F505E862D6F}">
      <dsp:nvSpPr>
        <dsp:cNvPr id="0" name=""/>
        <dsp:cNvSpPr/>
      </dsp:nvSpPr>
      <dsp:spPr>
        <a:xfrm>
          <a:off x="0" y="3571"/>
          <a:ext cx="10607040" cy="7608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54D3F4-EAA7-4B24-B83F-A0EFD49D4044}">
      <dsp:nvSpPr>
        <dsp:cNvPr id="0" name=""/>
        <dsp:cNvSpPr/>
      </dsp:nvSpPr>
      <dsp:spPr>
        <a:xfrm>
          <a:off x="230144" y="174753"/>
          <a:ext cx="418445" cy="4184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FFE0A5-20FE-4397-8CBF-1D3BB4DD828E}">
      <dsp:nvSpPr>
        <dsp:cNvPr id="0" name=""/>
        <dsp:cNvSpPr/>
      </dsp:nvSpPr>
      <dsp:spPr>
        <a:xfrm>
          <a:off x="878734" y="3571"/>
          <a:ext cx="9728305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Selected because it consistently provided the best overall predictive performance.</a:t>
          </a:r>
        </a:p>
      </dsp:txBody>
      <dsp:txXfrm>
        <a:off x="878734" y="3571"/>
        <a:ext cx="9728305" cy="760809"/>
      </dsp:txXfrm>
    </dsp:sp>
    <dsp:sp modelId="{83577669-EE9A-46DF-8E23-86B777EDF33A}">
      <dsp:nvSpPr>
        <dsp:cNvPr id="0" name=""/>
        <dsp:cNvSpPr/>
      </dsp:nvSpPr>
      <dsp:spPr>
        <a:xfrm>
          <a:off x="0" y="954583"/>
          <a:ext cx="10607040" cy="7608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8A5E5F-1781-4B5D-8EC8-795F9A036A31}">
      <dsp:nvSpPr>
        <dsp:cNvPr id="0" name=""/>
        <dsp:cNvSpPr/>
      </dsp:nvSpPr>
      <dsp:spPr>
        <a:xfrm>
          <a:off x="230144" y="1125765"/>
          <a:ext cx="418445" cy="4184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548B8A-EA8B-45F7-B257-3D9B611DA109}">
      <dsp:nvSpPr>
        <dsp:cNvPr id="0" name=""/>
        <dsp:cNvSpPr/>
      </dsp:nvSpPr>
      <dsp:spPr>
        <a:xfrm>
          <a:off x="878734" y="954583"/>
          <a:ext cx="9728305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Top results: Accuracy 0.82 and ROC-AUC 0.90.</a:t>
          </a:r>
        </a:p>
      </dsp:txBody>
      <dsp:txXfrm>
        <a:off x="878734" y="954583"/>
        <a:ext cx="9728305" cy="760809"/>
      </dsp:txXfrm>
    </dsp:sp>
    <dsp:sp modelId="{BC66520D-8116-4D48-8E0A-661E6BB650FD}">
      <dsp:nvSpPr>
        <dsp:cNvPr id="0" name=""/>
        <dsp:cNvSpPr/>
      </dsp:nvSpPr>
      <dsp:spPr>
        <a:xfrm>
          <a:off x="0" y="1905595"/>
          <a:ext cx="10607040" cy="7608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69F0D7-BADA-4FAE-A68A-F8ED176B1398}">
      <dsp:nvSpPr>
        <dsp:cNvPr id="0" name=""/>
        <dsp:cNvSpPr/>
      </dsp:nvSpPr>
      <dsp:spPr>
        <a:xfrm>
          <a:off x="230144" y="2076777"/>
          <a:ext cx="418445" cy="4184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841887-C13E-438F-837E-248CCD7138BE}">
      <dsp:nvSpPr>
        <dsp:cNvPr id="0" name=""/>
        <dsp:cNvSpPr/>
      </dsp:nvSpPr>
      <dsp:spPr>
        <a:xfrm>
          <a:off x="878734" y="1905595"/>
          <a:ext cx="9728305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Why it worked well: Captures complex nonlinear relationships and feature interactions (weather × road × time).</a:t>
          </a:r>
        </a:p>
      </dsp:txBody>
      <dsp:txXfrm>
        <a:off x="878734" y="1905595"/>
        <a:ext cx="9728305" cy="760809"/>
      </dsp:txXfrm>
    </dsp:sp>
    <dsp:sp modelId="{8968272B-F900-446D-8C34-2585645FAA76}">
      <dsp:nvSpPr>
        <dsp:cNvPr id="0" name=""/>
        <dsp:cNvSpPr/>
      </dsp:nvSpPr>
      <dsp:spPr>
        <a:xfrm>
          <a:off x="0" y="2856607"/>
          <a:ext cx="10607040" cy="7608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6612AB-62F2-4272-94E0-29B69F9D9D9A}">
      <dsp:nvSpPr>
        <dsp:cNvPr id="0" name=""/>
        <dsp:cNvSpPr/>
      </dsp:nvSpPr>
      <dsp:spPr>
        <a:xfrm>
          <a:off x="230144" y="3027789"/>
          <a:ext cx="418445" cy="4184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B81EC3-D32A-4A83-81A4-04DE6D69DC22}">
      <dsp:nvSpPr>
        <dsp:cNvPr id="0" name=""/>
        <dsp:cNvSpPr/>
      </dsp:nvSpPr>
      <dsp:spPr>
        <a:xfrm>
          <a:off x="878734" y="2856607"/>
          <a:ext cx="9728305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Observed challenge: Severe class imbalance (Classes 1 and 4) reduced macro-average metrics.</a:t>
          </a:r>
        </a:p>
      </dsp:txBody>
      <dsp:txXfrm>
        <a:off x="878734" y="2856607"/>
        <a:ext cx="9728305" cy="760809"/>
      </dsp:txXfrm>
    </dsp:sp>
    <dsp:sp modelId="{37EA6433-E73A-4B36-8006-A06F0782EA61}">
      <dsp:nvSpPr>
        <dsp:cNvPr id="0" name=""/>
        <dsp:cNvSpPr/>
      </dsp:nvSpPr>
      <dsp:spPr>
        <a:xfrm>
          <a:off x="0" y="3807618"/>
          <a:ext cx="10607040" cy="7608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99A41D-A6C9-4CE6-BDF0-4FBA76A84ED2}">
      <dsp:nvSpPr>
        <dsp:cNvPr id="0" name=""/>
        <dsp:cNvSpPr/>
      </dsp:nvSpPr>
      <dsp:spPr>
        <a:xfrm>
          <a:off x="230144" y="3978800"/>
          <a:ext cx="418445" cy="41844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39B8D1-12A4-48A7-A330-02F407F7F75F}">
      <dsp:nvSpPr>
        <dsp:cNvPr id="0" name=""/>
        <dsp:cNvSpPr/>
      </dsp:nvSpPr>
      <dsp:spPr>
        <a:xfrm>
          <a:off x="878734" y="3807618"/>
          <a:ext cx="9728305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Evaluation visuals referenced: Confusion matrix, ROC curves, Precision–Recall curves.</a:t>
          </a:r>
        </a:p>
      </dsp:txBody>
      <dsp:txXfrm>
        <a:off x="878734" y="3807618"/>
        <a:ext cx="9728305" cy="76080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EA6433-E73A-4B36-8006-A06F0782EA61}">
      <dsp:nvSpPr>
        <dsp:cNvPr id="0" name=""/>
        <dsp:cNvSpPr/>
      </dsp:nvSpPr>
      <dsp:spPr>
        <a:xfrm>
          <a:off x="0" y="139525"/>
          <a:ext cx="10607040" cy="2755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99A41D-A6C9-4CE6-BDF0-4FBA76A84ED2}">
      <dsp:nvSpPr>
        <dsp:cNvPr id="0" name=""/>
        <dsp:cNvSpPr/>
      </dsp:nvSpPr>
      <dsp:spPr>
        <a:xfrm>
          <a:off x="83364" y="201532"/>
          <a:ext cx="151571" cy="1515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39B8D1-12A4-48A7-A330-02F407F7F75F}">
      <dsp:nvSpPr>
        <dsp:cNvPr id="0" name=""/>
        <dsp:cNvSpPr/>
      </dsp:nvSpPr>
      <dsp:spPr>
        <a:xfrm>
          <a:off x="318300" y="139525"/>
          <a:ext cx="10288739" cy="275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66" tIns="29166" rIns="29166" bIns="2916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Evaluation visuals referenced: Confusion matrix, ROC curves, Precision–Recall curves.</a:t>
          </a:r>
        </a:p>
      </dsp:txBody>
      <dsp:txXfrm>
        <a:off x="318300" y="139525"/>
        <a:ext cx="10288739" cy="275584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EA6433-E73A-4B36-8006-A06F0782EA61}">
      <dsp:nvSpPr>
        <dsp:cNvPr id="0" name=""/>
        <dsp:cNvSpPr/>
      </dsp:nvSpPr>
      <dsp:spPr>
        <a:xfrm>
          <a:off x="0" y="139525"/>
          <a:ext cx="10607040" cy="2755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99A41D-A6C9-4CE6-BDF0-4FBA76A84ED2}">
      <dsp:nvSpPr>
        <dsp:cNvPr id="0" name=""/>
        <dsp:cNvSpPr/>
      </dsp:nvSpPr>
      <dsp:spPr>
        <a:xfrm>
          <a:off x="83364" y="201532"/>
          <a:ext cx="151571" cy="1515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39B8D1-12A4-48A7-A330-02F407F7F75F}">
      <dsp:nvSpPr>
        <dsp:cNvPr id="0" name=""/>
        <dsp:cNvSpPr/>
      </dsp:nvSpPr>
      <dsp:spPr>
        <a:xfrm>
          <a:off x="318300" y="139525"/>
          <a:ext cx="10288739" cy="275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66" tIns="29166" rIns="29166" bIns="2916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Evaluation visuals referenced: Confusion matrix, ROC curves, Precision–Recall curves.</a:t>
          </a:r>
        </a:p>
      </dsp:txBody>
      <dsp:txXfrm>
        <a:off x="318300" y="139525"/>
        <a:ext cx="10288739" cy="27558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9546EE-2CDB-47C7-91FE-D724F4371F85}">
      <dsp:nvSpPr>
        <dsp:cNvPr id="0" name=""/>
        <dsp:cNvSpPr/>
      </dsp:nvSpPr>
      <dsp:spPr>
        <a:xfrm>
          <a:off x="0" y="526837"/>
          <a:ext cx="1060704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End-to-end workflow completed: cleaning → EDA → preprocessing → modeling → evaluation.</a:t>
          </a:r>
        </a:p>
      </dsp:txBody>
      <dsp:txXfrm>
        <a:off x="22246" y="549083"/>
        <a:ext cx="10562548" cy="411223"/>
      </dsp:txXfrm>
    </dsp:sp>
    <dsp:sp modelId="{B4421844-6375-4921-B4CA-12414C775FE5}">
      <dsp:nvSpPr>
        <dsp:cNvPr id="0" name=""/>
        <dsp:cNvSpPr/>
      </dsp:nvSpPr>
      <dsp:spPr>
        <a:xfrm>
          <a:off x="0" y="1037272"/>
          <a:ext cx="1060704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Impact: Supports identifying high-risk conditions, safety planning, and emergency response prioritization.</a:t>
          </a:r>
        </a:p>
      </dsp:txBody>
      <dsp:txXfrm>
        <a:off x="22246" y="1059518"/>
        <a:ext cx="10562548" cy="411223"/>
      </dsp:txXfrm>
    </dsp:sp>
    <dsp:sp modelId="{E98317E9-1E80-4913-A23A-31D5F0013C89}">
      <dsp:nvSpPr>
        <dsp:cNvPr id="0" name=""/>
        <dsp:cNvSpPr/>
      </dsp:nvSpPr>
      <dsp:spPr>
        <a:xfrm>
          <a:off x="0" y="1547707"/>
          <a:ext cx="1060704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Recommended improvements:</a:t>
          </a:r>
        </a:p>
      </dsp:txBody>
      <dsp:txXfrm>
        <a:off x="22246" y="1569953"/>
        <a:ext cx="10562548" cy="411223"/>
      </dsp:txXfrm>
    </dsp:sp>
    <dsp:sp modelId="{8693946C-AD43-469E-9177-8F89D9CF6A14}">
      <dsp:nvSpPr>
        <dsp:cNvPr id="0" name=""/>
        <dsp:cNvSpPr/>
      </dsp:nvSpPr>
      <dsp:spPr>
        <a:xfrm>
          <a:off x="0" y="2058142"/>
          <a:ext cx="1060704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Address imbalance (SMOTE/resampling, class weighting).</a:t>
          </a:r>
        </a:p>
      </dsp:txBody>
      <dsp:txXfrm>
        <a:off x="22246" y="2080388"/>
        <a:ext cx="10562548" cy="411223"/>
      </dsp:txXfrm>
    </dsp:sp>
    <dsp:sp modelId="{54E5630F-CD81-4446-B0F9-8DB346A96188}">
      <dsp:nvSpPr>
        <dsp:cNvPr id="0" name=""/>
        <dsp:cNvSpPr/>
      </dsp:nvSpPr>
      <dsp:spPr>
        <a:xfrm>
          <a:off x="0" y="2568577"/>
          <a:ext cx="1060704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Try advanced models (XGBoost, deep neural networks).</a:t>
          </a:r>
        </a:p>
      </dsp:txBody>
      <dsp:txXfrm>
        <a:off x="22246" y="2590823"/>
        <a:ext cx="10562548" cy="411223"/>
      </dsp:txXfrm>
    </dsp:sp>
    <dsp:sp modelId="{B026CBA5-5AAA-4EC7-8A06-A7E60428F008}">
      <dsp:nvSpPr>
        <dsp:cNvPr id="0" name=""/>
        <dsp:cNvSpPr/>
      </dsp:nvSpPr>
      <dsp:spPr>
        <a:xfrm>
          <a:off x="0" y="3079012"/>
          <a:ext cx="1060704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Add geographic clustering for spatial insights.</a:t>
          </a:r>
        </a:p>
      </dsp:txBody>
      <dsp:txXfrm>
        <a:off x="22246" y="3101258"/>
        <a:ext cx="10562548" cy="411223"/>
      </dsp:txXfrm>
    </dsp:sp>
    <dsp:sp modelId="{94C68563-FE19-4FF0-8AC3-3AA459F1533D}">
      <dsp:nvSpPr>
        <dsp:cNvPr id="0" name=""/>
        <dsp:cNvSpPr/>
      </dsp:nvSpPr>
      <dsp:spPr>
        <a:xfrm>
          <a:off x="0" y="3589447"/>
          <a:ext cx="1060704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Deploy as a real-time prediction tool.</a:t>
          </a:r>
        </a:p>
      </dsp:txBody>
      <dsp:txXfrm>
        <a:off x="22246" y="3611693"/>
        <a:ext cx="10562548" cy="4112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1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12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13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14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15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diagramLayout" Target="../diagrams/layout15.xml"/><Relationship Id="rId7" Type="http://schemas.openxmlformats.org/officeDocument/2006/relationships/image" Target="../media/image30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7" Type="http://schemas.openxmlformats.org/officeDocument/2006/relationships/image" Target="../media/image32.pn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80430" y="583345"/>
            <a:ext cx="7160357" cy="41648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Capstone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8228" y="5972174"/>
            <a:ext cx="8578699" cy="504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b="1" dirty="0"/>
              <a:t>U.S. Accidents Dataset (2016–2023) , Traffic Accident Predicting</a:t>
            </a:r>
            <a:endParaRPr lang="en-US" dirty="0"/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endParaRPr lang="en-US" dirty="0"/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endParaRPr lang="en-US" sz="20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5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9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325986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E6E6E"/>
                </a:solidFill>
              </a:defRPr>
            </a:pPr>
            <a:r>
              <a:rPr lang="en-US" sz="1200"/>
              <a:t>U.S. Accidents Dataset (2016–2023) • Capstone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 dirty="0">
                <a:solidFill>
                  <a:srgbClr val="142850"/>
                </a:solidFill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</a:defRPr>
            </a:pPr>
            <a:r>
              <a:t>U.S. Accidents Dataset (2016–2023) • Capstone 2</a:t>
            </a:r>
          </a:p>
        </p:txBody>
      </p:sp>
      <p:graphicFrame>
        <p:nvGraphicFramePr>
          <p:cNvPr id="9" name="TextBox 3">
            <a:extLst>
              <a:ext uri="{FF2B5EF4-FFF2-40B4-BE49-F238E27FC236}">
                <a16:creationId xmlns:a16="http://schemas.microsoft.com/office/drawing/2014/main" id="{CBBFE0CF-5ADF-A68B-20AF-20ADCCB77449}"/>
              </a:ext>
            </a:extLst>
          </p:cNvPr>
          <p:cNvGraphicFramePr/>
          <p:nvPr/>
        </p:nvGraphicFramePr>
        <p:xfrm>
          <a:off x="822960" y="1828800"/>
          <a:ext cx="1060704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42850"/>
                </a:solidFill>
              </a:rPr>
              <a:t>1) Problem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</a:defRPr>
            </a:pPr>
            <a:r>
              <a:t>U.S. Accidents Dataset (2016–2023) • Capstone 2</a:t>
            </a:r>
          </a:p>
        </p:txBody>
      </p:sp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590A47E0-6B25-873E-6AB0-317856E085B5}"/>
              </a:ext>
            </a:extLst>
          </p:cNvPr>
          <p:cNvGraphicFramePr/>
          <p:nvPr/>
        </p:nvGraphicFramePr>
        <p:xfrm>
          <a:off x="822960" y="1828800"/>
          <a:ext cx="1060704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42850"/>
                </a:solidFill>
              </a:rPr>
              <a:t>2) Data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</a:defRPr>
            </a:pPr>
            <a:r>
              <a:t>U.S. Accidents Dataset (2016–2023) • Capstone 2</a:t>
            </a:r>
          </a:p>
        </p:txBody>
      </p:sp>
      <p:graphicFrame>
        <p:nvGraphicFramePr>
          <p:cNvPr id="9" name="TextBox 3">
            <a:extLst>
              <a:ext uri="{FF2B5EF4-FFF2-40B4-BE49-F238E27FC236}">
                <a16:creationId xmlns:a16="http://schemas.microsoft.com/office/drawing/2014/main" id="{7E9991AA-A987-251E-A9D8-95FC9075D72A}"/>
              </a:ext>
            </a:extLst>
          </p:cNvPr>
          <p:cNvGraphicFramePr/>
          <p:nvPr/>
        </p:nvGraphicFramePr>
        <p:xfrm>
          <a:off x="822960" y="1828800"/>
          <a:ext cx="1060704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42850"/>
                </a:solidFill>
              </a:rPr>
              <a:t>3) Methods — Data Wrangling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</a:defRPr>
            </a:pPr>
            <a:r>
              <a:t>U.S. Accidents Dataset (2016–2023) • Capstone 2</a:t>
            </a:r>
          </a:p>
        </p:txBody>
      </p:sp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0E96527F-DE56-CD82-A549-4869E46906CB}"/>
              </a:ext>
            </a:extLst>
          </p:cNvPr>
          <p:cNvGraphicFramePr/>
          <p:nvPr/>
        </p:nvGraphicFramePr>
        <p:xfrm>
          <a:off x="822960" y="1828800"/>
          <a:ext cx="1060704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42850"/>
                </a:solidFill>
              </a:rPr>
              <a:t>3) Methods —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</a:defRPr>
            </a:pPr>
            <a:r>
              <a:t>U.S. Accidents Dataset (2016–2023) • Capstone 2</a:t>
            </a:r>
          </a:p>
        </p:txBody>
      </p:sp>
      <p:graphicFrame>
        <p:nvGraphicFramePr>
          <p:cNvPr id="9" name="TextBox 3">
            <a:extLst>
              <a:ext uri="{FF2B5EF4-FFF2-40B4-BE49-F238E27FC236}">
                <a16:creationId xmlns:a16="http://schemas.microsoft.com/office/drawing/2014/main" id="{95F75959-82E4-B9D8-2E5F-F51C0A3758F8}"/>
              </a:ext>
            </a:extLst>
          </p:cNvPr>
          <p:cNvGraphicFramePr/>
          <p:nvPr/>
        </p:nvGraphicFramePr>
        <p:xfrm>
          <a:off x="822960" y="1828800"/>
          <a:ext cx="1060704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42850"/>
                </a:solidFill>
              </a:rPr>
              <a:t>4) Exploratory Data Analysis (EDA) —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</a:defRPr>
            </a:pPr>
            <a:r>
              <a:t>U.S. Accidents Dataset (2016–2023) • Capstone 2</a:t>
            </a:r>
          </a:p>
        </p:txBody>
      </p:sp>
      <p:graphicFrame>
        <p:nvGraphicFramePr>
          <p:cNvPr id="9" name="TextBox 3">
            <a:extLst>
              <a:ext uri="{FF2B5EF4-FFF2-40B4-BE49-F238E27FC236}">
                <a16:creationId xmlns:a16="http://schemas.microsoft.com/office/drawing/2014/main" id="{702E20B3-A80C-36C2-2D5D-A9E9D46B2C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4165835"/>
              </p:ext>
            </p:extLst>
          </p:nvPr>
        </p:nvGraphicFramePr>
        <p:xfrm>
          <a:off x="792327" y="1594653"/>
          <a:ext cx="10607040" cy="6145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454C1F9-3F0E-1ED4-479A-B0F12C3E19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1273" y="2677553"/>
            <a:ext cx="7851724" cy="33934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A74FB-2D24-1804-C9EA-46611986E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9BDFEF-B751-55E5-DD67-826B31CBED97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A21BE5-9AE3-7FAA-987A-24481A6AE790}"/>
              </a:ext>
            </a:extLst>
          </p:cNvPr>
          <p:cNvSpPr txBox="1"/>
          <p:nvPr/>
        </p:nvSpPr>
        <p:spPr>
          <a:xfrm>
            <a:off x="731520" y="54864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42850"/>
                </a:solidFill>
              </a:rPr>
              <a:t>4) Exploratory Data Analysis (EDA) — Highlights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22BD3C-4C45-8035-F2F6-0DFB4C2A48F9}"/>
              </a:ext>
            </a:extLst>
          </p:cNvPr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</a:defRPr>
            </a:pPr>
            <a:r>
              <a:t>U.S. Accidents Dataset (2016–2023) • Capstone 2</a:t>
            </a:r>
          </a:p>
        </p:txBody>
      </p:sp>
      <p:graphicFrame>
        <p:nvGraphicFramePr>
          <p:cNvPr id="9" name="TextBox 3">
            <a:extLst>
              <a:ext uri="{FF2B5EF4-FFF2-40B4-BE49-F238E27FC236}">
                <a16:creationId xmlns:a16="http://schemas.microsoft.com/office/drawing/2014/main" id="{FC646E10-EEBE-70FB-8382-1FDE41E3ED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3079330"/>
              </p:ext>
            </p:extLst>
          </p:nvPr>
        </p:nvGraphicFramePr>
        <p:xfrm>
          <a:off x="822960" y="1828800"/>
          <a:ext cx="10607040" cy="7495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3E46D98-90C4-3C8D-4ED9-C06E746332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0479" y="2743200"/>
            <a:ext cx="7838491" cy="338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86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5A74D-E3F8-DDEE-CC25-623FA5CB5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35CB0E-FBB1-13F7-23AF-58BB49315559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60A462-268B-791C-91EA-0138FA0F8EA2}"/>
              </a:ext>
            </a:extLst>
          </p:cNvPr>
          <p:cNvSpPr txBox="1"/>
          <p:nvPr/>
        </p:nvSpPr>
        <p:spPr>
          <a:xfrm>
            <a:off x="731520" y="54864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42850"/>
                </a:solidFill>
              </a:rPr>
              <a:t>4) Exploratory Data Analysis (EDA) — Highlights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2A276C-E1CA-7A29-3E16-C909036D42C0}"/>
              </a:ext>
            </a:extLst>
          </p:cNvPr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</a:defRPr>
            </a:pPr>
            <a:r>
              <a:t>U.S. Accidents Dataset (2016–2023) • Capstone 2</a:t>
            </a:r>
          </a:p>
        </p:txBody>
      </p:sp>
      <p:graphicFrame>
        <p:nvGraphicFramePr>
          <p:cNvPr id="9" name="TextBox 3">
            <a:extLst>
              <a:ext uri="{FF2B5EF4-FFF2-40B4-BE49-F238E27FC236}">
                <a16:creationId xmlns:a16="http://schemas.microsoft.com/office/drawing/2014/main" id="{174054A8-D8BB-8756-A25D-A827F9DE14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0628227"/>
              </p:ext>
            </p:extLst>
          </p:nvPr>
        </p:nvGraphicFramePr>
        <p:xfrm>
          <a:off x="822960" y="1828800"/>
          <a:ext cx="10607040" cy="8694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DE04B25-71D6-C26F-B01B-19F8052298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5064" y="2972550"/>
            <a:ext cx="8208622" cy="349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701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3F260-F1EB-93D7-6378-827F8F8D1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687673-CB7D-100E-9B25-73DBA84F1EBA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D69663-4662-87E1-F7DB-09014BF27AED}"/>
              </a:ext>
            </a:extLst>
          </p:cNvPr>
          <p:cNvSpPr txBox="1"/>
          <p:nvPr/>
        </p:nvSpPr>
        <p:spPr>
          <a:xfrm>
            <a:off x="731520" y="54864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42850"/>
                </a:solidFill>
              </a:rPr>
              <a:t>4) Exploratory Data Analysis (EDA) — Highlights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6CE40-08C5-A7BA-703C-B827FA4C922C}"/>
              </a:ext>
            </a:extLst>
          </p:cNvPr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</a:defRPr>
            </a:pPr>
            <a:r>
              <a:t>U.S. Accidents Dataset (2016–2023) • Capstone 2</a:t>
            </a:r>
          </a:p>
        </p:txBody>
      </p:sp>
      <p:graphicFrame>
        <p:nvGraphicFramePr>
          <p:cNvPr id="9" name="TextBox 3">
            <a:extLst>
              <a:ext uri="{FF2B5EF4-FFF2-40B4-BE49-F238E27FC236}">
                <a16:creationId xmlns:a16="http://schemas.microsoft.com/office/drawing/2014/main" id="{B8B909C7-623C-59D0-FFDC-58AB2A9939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0217014"/>
              </p:ext>
            </p:extLst>
          </p:nvPr>
        </p:nvGraphicFramePr>
        <p:xfrm>
          <a:off x="822960" y="1828800"/>
          <a:ext cx="10607040" cy="8244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EE26AFA-8B7A-6807-FCF8-A06F138730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4510" y="2380815"/>
            <a:ext cx="7784342" cy="406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245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4959E-B201-1283-AE65-45B25E39D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1A2F58-6075-4BB7-09AF-CBFB9EF37DDA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8C1240-5E20-97FE-BC28-18738F7C49CF}"/>
              </a:ext>
            </a:extLst>
          </p:cNvPr>
          <p:cNvSpPr txBox="1"/>
          <p:nvPr/>
        </p:nvSpPr>
        <p:spPr>
          <a:xfrm>
            <a:off x="731520" y="54864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42850"/>
                </a:solidFill>
              </a:rPr>
              <a:t>4) Exploratory Data Analysis (EDA) — Highlights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D17134-43EB-FF04-2E9D-5F40805269AC}"/>
              </a:ext>
            </a:extLst>
          </p:cNvPr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</a:defRPr>
            </a:pPr>
            <a:r>
              <a:t>U.S. Accidents Dataset (2016–2023) • Capstone 2</a:t>
            </a:r>
          </a:p>
        </p:txBody>
      </p:sp>
      <p:graphicFrame>
        <p:nvGraphicFramePr>
          <p:cNvPr id="9" name="TextBox 3">
            <a:extLst>
              <a:ext uri="{FF2B5EF4-FFF2-40B4-BE49-F238E27FC236}">
                <a16:creationId xmlns:a16="http://schemas.microsoft.com/office/drawing/2014/main" id="{11D9160D-A9B8-5FF1-2D34-F9DF6B5229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5356676"/>
              </p:ext>
            </p:extLst>
          </p:nvPr>
        </p:nvGraphicFramePr>
        <p:xfrm>
          <a:off x="822960" y="1584460"/>
          <a:ext cx="10607040" cy="7345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6074E79-A926-D966-2C24-11156EEB7D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2348958"/>
            <a:ext cx="10434653" cy="379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349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42850"/>
                </a:solidFill>
              </a:rPr>
              <a:t>5) Preprocessing &amp; Training Data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</a:defRPr>
            </a:pPr>
            <a:r>
              <a:t>U.S. Accidents Dataset (2016–2023) • Capstone 2</a:t>
            </a:r>
          </a:p>
        </p:txBody>
      </p:sp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CFC8FBC5-0D00-8080-062D-4169D574F6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3062049"/>
              </p:ext>
            </p:extLst>
          </p:nvPr>
        </p:nvGraphicFramePr>
        <p:xfrm>
          <a:off x="822960" y="1828800"/>
          <a:ext cx="1060704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42850"/>
                </a:solidFill>
              </a:rPr>
              <a:t>Baseline Model — Logistic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</a:defRPr>
            </a:pPr>
            <a:r>
              <a:t>U.S. Accidents Dataset (2016–2023) • Capstone 2</a:t>
            </a:r>
          </a:p>
        </p:txBody>
      </p:sp>
      <p:graphicFrame>
        <p:nvGraphicFramePr>
          <p:cNvPr id="9" name="TextBox 3">
            <a:extLst>
              <a:ext uri="{FF2B5EF4-FFF2-40B4-BE49-F238E27FC236}">
                <a16:creationId xmlns:a16="http://schemas.microsoft.com/office/drawing/2014/main" id="{A784F664-3169-3113-0567-18C6A712D5B3}"/>
              </a:ext>
            </a:extLst>
          </p:cNvPr>
          <p:cNvGraphicFramePr/>
          <p:nvPr/>
        </p:nvGraphicFramePr>
        <p:xfrm>
          <a:off x="822960" y="1828800"/>
          <a:ext cx="1060704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42850"/>
                </a:solidFill>
              </a:rPr>
              <a:t>Model Development &amp;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9144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Precision (W)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Recall (W)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F1 (W)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D2D2D"/>
                          </a:solidFill>
                        </a:rPr>
                        <a:t>Logistic Regression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D2D2D"/>
                          </a:solidFill>
                        </a:rPr>
                        <a:t>0.62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D2D2D"/>
                          </a:solidFill>
                        </a:rPr>
                        <a:t>0.78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D2D2D"/>
                          </a:solidFill>
                        </a:rPr>
                        <a:t>0.62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D2D2D"/>
                          </a:solidFill>
                        </a:rPr>
                        <a:t>0.68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D2D2D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D2D2D"/>
                          </a:solidFill>
                        </a:rPr>
                        <a:t>KNN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D2D2D"/>
                          </a:solidFill>
                        </a:rPr>
                        <a:t>0.74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D2D2D"/>
                          </a:solidFill>
                        </a:rPr>
                        <a:t>0.74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D2D2D"/>
                          </a:solidFill>
                        </a:rPr>
                        <a:t>0.74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D2D2D"/>
                          </a:solidFill>
                        </a:rPr>
                        <a:t>0.74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D2D2D"/>
                          </a:solidFill>
                        </a:rPr>
                        <a:t>0.82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D2D2D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D2D2D"/>
                          </a:solidFill>
                        </a:rPr>
                        <a:t>0.81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D2D2D"/>
                          </a:solidFill>
                        </a:rPr>
                        <a:t>0.81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D2D2D"/>
                          </a:solidFill>
                        </a:rPr>
                        <a:t>0.81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D2D2D"/>
                          </a:solidFill>
                        </a:rPr>
                        <a:t>0.81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D2D2D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D2D2D"/>
                          </a:solidFill>
                        </a:rPr>
                        <a:t>Gradient Boosting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D2D2D"/>
                          </a:solidFill>
                        </a:rPr>
                        <a:t>0.82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D2D2D"/>
                          </a:solidFill>
                        </a:rPr>
                        <a:t>0.82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D2D2D"/>
                          </a:solidFill>
                        </a:rPr>
                        <a:t>0.82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D2D2D"/>
                          </a:solidFill>
                        </a:rPr>
                        <a:t>0.82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D2D2D"/>
                          </a:solidFill>
                        </a:rPr>
                        <a:t>0.90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</a:defRPr>
            </a:pPr>
            <a:r>
              <a:t>U.S. Accidents Dataset (2016–2023) • Capstone 2</a:t>
            </a:r>
          </a:p>
        </p:txBody>
      </p:sp>
      <p:graphicFrame>
        <p:nvGraphicFramePr>
          <p:cNvPr id="10" name="TextBox 4">
            <a:extLst>
              <a:ext uri="{FF2B5EF4-FFF2-40B4-BE49-F238E27FC236}">
                <a16:creationId xmlns:a16="http://schemas.microsoft.com/office/drawing/2014/main" id="{8352208B-2186-ED9B-69C5-0D75E8C6C253}"/>
              </a:ext>
            </a:extLst>
          </p:cNvPr>
          <p:cNvGraphicFramePr/>
          <p:nvPr/>
        </p:nvGraphicFramePr>
        <p:xfrm>
          <a:off x="822960" y="4389120"/>
          <a:ext cx="10607040" cy="18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42850"/>
                </a:solidFill>
              </a:rPr>
              <a:t>Final Model Selection — Gradient Boosting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</a:defRPr>
            </a:pPr>
            <a:r>
              <a:t>U.S. Accidents Dataset (2016–2023) • Capstone 2</a:t>
            </a:r>
          </a:p>
        </p:txBody>
      </p:sp>
      <p:graphicFrame>
        <p:nvGraphicFramePr>
          <p:cNvPr id="9" name="TextBox 3">
            <a:extLst>
              <a:ext uri="{FF2B5EF4-FFF2-40B4-BE49-F238E27FC236}">
                <a16:creationId xmlns:a16="http://schemas.microsoft.com/office/drawing/2014/main" id="{76992448-189C-6FCC-F191-ACEED9081C4C}"/>
              </a:ext>
            </a:extLst>
          </p:cNvPr>
          <p:cNvGraphicFramePr/>
          <p:nvPr/>
        </p:nvGraphicFramePr>
        <p:xfrm>
          <a:off x="822960" y="1828800"/>
          <a:ext cx="1060704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0CA9B-F6E5-C30F-DB36-173F81A18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6EABC1-A526-B541-BD5B-61543D829822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40659C-32D6-4D20-C7C6-F67A4A63B555}"/>
              </a:ext>
            </a:extLst>
          </p:cNvPr>
          <p:cNvSpPr txBox="1"/>
          <p:nvPr/>
        </p:nvSpPr>
        <p:spPr>
          <a:xfrm>
            <a:off x="731520" y="54864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42850"/>
                </a:solidFill>
              </a:rPr>
              <a:t>Final Model Selection — Gradient Boosting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F3D068-9C1C-FEDB-30C4-4259C713A781}"/>
              </a:ext>
            </a:extLst>
          </p:cNvPr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</a:defRPr>
            </a:pPr>
            <a:r>
              <a:t>U.S. Accidents Dataset (2016–2023) • Capstone 2</a:t>
            </a:r>
          </a:p>
        </p:txBody>
      </p:sp>
      <p:graphicFrame>
        <p:nvGraphicFramePr>
          <p:cNvPr id="9" name="TextBox 3">
            <a:extLst>
              <a:ext uri="{FF2B5EF4-FFF2-40B4-BE49-F238E27FC236}">
                <a16:creationId xmlns:a16="http://schemas.microsoft.com/office/drawing/2014/main" id="{52382096-6652-0BFA-B38A-7AE7EC3CF1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6689148"/>
              </p:ext>
            </p:extLst>
          </p:nvPr>
        </p:nvGraphicFramePr>
        <p:xfrm>
          <a:off x="822960" y="1828800"/>
          <a:ext cx="10607040" cy="5546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8F0DBA8-979C-F893-4FDE-D2FD7D48A5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227" y="2416887"/>
            <a:ext cx="5657578" cy="32006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518368-5734-A165-8F45-48AC287194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1805" y="2362018"/>
            <a:ext cx="5870957" cy="325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241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30A2C-36A7-3604-0716-3C2B19AD3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C40674-AE7E-8C2C-C9BF-CF184EBDF677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EF73DD-436D-3285-4129-BE71EDCD4CE7}"/>
              </a:ext>
            </a:extLst>
          </p:cNvPr>
          <p:cNvSpPr txBox="1"/>
          <p:nvPr/>
        </p:nvSpPr>
        <p:spPr>
          <a:xfrm>
            <a:off x="731520" y="54864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42850"/>
                </a:solidFill>
              </a:rPr>
              <a:t>Final Model Selection — Gradient Boosting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2A483F-DB01-3FA3-78B2-0B85F499C28B}"/>
              </a:ext>
            </a:extLst>
          </p:cNvPr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</a:defRPr>
            </a:pPr>
            <a:r>
              <a:t>U.S. Accidents Dataset (2016–2023) • Capstone 2</a:t>
            </a:r>
          </a:p>
        </p:txBody>
      </p:sp>
      <p:graphicFrame>
        <p:nvGraphicFramePr>
          <p:cNvPr id="9" name="TextBox 3">
            <a:extLst>
              <a:ext uri="{FF2B5EF4-FFF2-40B4-BE49-F238E27FC236}">
                <a16:creationId xmlns:a16="http://schemas.microsoft.com/office/drawing/2014/main" id="{AE936B9B-85BE-0F97-A08E-D3786F665CCE}"/>
              </a:ext>
            </a:extLst>
          </p:cNvPr>
          <p:cNvGraphicFramePr/>
          <p:nvPr/>
        </p:nvGraphicFramePr>
        <p:xfrm>
          <a:off x="822960" y="1828800"/>
          <a:ext cx="10607040" cy="5546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3FB32F0-AC5D-8A41-53F6-3F05A214BA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5767" y="2293471"/>
            <a:ext cx="7122731" cy="383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326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42850"/>
                </a:solidFill>
              </a:rP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</a:defRPr>
            </a:pPr>
            <a:r>
              <a:t>References: Kaggle U.S. Accidents Dataset (2016–2023) • Capstone 2</a:t>
            </a:r>
          </a:p>
        </p:txBody>
      </p:sp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90260586-7259-A44D-28A6-5C2EB40F6D92}"/>
              </a:ext>
            </a:extLst>
          </p:cNvPr>
          <p:cNvGraphicFramePr/>
          <p:nvPr/>
        </p:nvGraphicFramePr>
        <p:xfrm>
          <a:off x="822960" y="1828800"/>
          <a:ext cx="1060704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1127</Words>
  <Application>Microsoft Office PowerPoint</Application>
  <PresentationFormat>Widescreen</PresentationFormat>
  <Paragraphs>122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firaol dechasa</cp:lastModifiedBy>
  <cp:revision>3</cp:revision>
  <dcterms:created xsi:type="dcterms:W3CDTF">2013-01-27T09:14:16Z</dcterms:created>
  <dcterms:modified xsi:type="dcterms:W3CDTF">2026-02-24T04:55:56Z</dcterms:modified>
  <cp:category/>
</cp:coreProperties>
</file>