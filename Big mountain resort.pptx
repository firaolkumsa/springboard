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05D4A4-0071-4D1D-A455-7B391FBEDACE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93D9951-0B2C-4975-8A4D-9DA23DB5C7E9}">
      <dgm:prSet/>
      <dgm:spPr/>
      <dgm:t>
        <a:bodyPr/>
        <a:lstStyle/>
        <a:p>
          <a:r>
            <a:rPr lang="en-US"/>
            <a:t>The Challenge: Aligning Price with Value</a:t>
          </a:r>
        </a:p>
      </dgm:t>
    </dgm:pt>
    <dgm:pt modelId="{23082B1B-F01B-40D3-BF3D-44C0B0DF1A04}" type="parTrans" cxnId="{868E3ECF-C4CF-4DDD-A13B-1569DDCC951C}">
      <dgm:prSet/>
      <dgm:spPr/>
      <dgm:t>
        <a:bodyPr/>
        <a:lstStyle/>
        <a:p>
          <a:endParaRPr lang="en-US"/>
        </a:p>
      </dgm:t>
    </dgm:pt>
    <dgm:pt modelId="{D9385A26-AD76-46D3-A46B-487BE61D4131}" type="sibTrans" cxnId="{868E3ECF-C4CF-4DDD-A13B-1569DDCC951C}">
      <dgm:prSet/>
      <dgm:spPr/>
      <dgm:t>
        <a:bodyPr/>
        <a:lstStyle/>
        <a:p>
          <a:endParaRPr lang="en-US"/>
        </a:p>
      </dgm:t>
    </dgm:pt>
    <dgm:pt modelId="{32DC946F-C849-4262-95FC-1E9BA468D363}">
      <dgm:prSet/>
      <dgm:spPr/>
      <dgm:t>
        <a:bodyPr/>
        <a:lstStyle/>
        <a:p>
          <a:r>
            <a:rPr lang="en-US"/>
            <a:t>350,000 visitors annually, 105 trails, 11 lifts (+ new $1.54M chair lift).</a:t>
          </a:r>
        </a:p>
      </dgm:t>
    </dgm:pt>
    <dgm:pt modelId="{FD1405C4-0974-450D-B4E2-AE2BC1C02380}" type="parTrans" cxnId="{20E7F42A-58D6-4EC8-8817-1918BD1410B4}">
      <dgm:prSet/>
      <dgm:spPr/>
      <dgm:t>
        <a:bodyPr/>
        <a:lstStyle/>
        <a:p>
          <a:endParaRPr lang="en-US"/>
        </a:p>
      </dgm:t>
    </dgm:pt>
    <dgm:pt modelId="{796D4F8B-E01F-4B4E-ACB7-5D8CDA98ECEC}" type="sibTrans" cxnId="{20E7F42A-58D6-4EC8-8817-1918BD1410B4}">
      <dgm:prSet/>
      <dgm:spPr/>
      <dgm:t>
        <a:bodyPr/>
        <a:lstStyle/>
        <a:p>
          <a:endParaRPr lang="en-US"/>
        </a:p>
      </dgm:t>
    </dgm:pt>
    <dgm:pt modelId="{64FD0429-0E54-48E3-9A49-920AFD54F665}">
      <dgm:prSet/>
      <dgm:spPr/>
      <dgm:t>
        <a:bodyPr/>
        <a:lstStyle/>
        <a:p>
          <a:r>
            <a:rPr lang="en-US"/>
            <a:t>Current strategy: charging a premium above market average.</a:t>
          </a:r>
        </a:p>
      </dgm:t>
    </dgm:pt>
    <dgm:pt modelId="{5AF13C42-135C-4812-AA47-7D1133E9AF98}" type="parTrans" cxnId="{8055F421-095F-4CEF-89DE-FD67D441EB36}">
      <dgm:prSet/>
      <dgm:spPr/>
      <dgm:t>
        <a:bodyPr/>
        <a:lstStyle/>
        <a:p>
          <a:endParaRPr lang="en-US"/>
        </a:p>
      </dgm:t>
    </dgm:pt>
    <dgm:pt modelId="{3D034259-EBD2-408B-A521-EF78A38882F9}" type="sibTrans" cxnId="{8055F421-095F-4CEF-89DE-FD67D441EB36}">
      <dgm:prSet/>
      <dgm:spPr/>
      <dgm:t>
        <a:bodyPr/>
        <a:lstStyle/>
        <a:p>
          <a:endParaRPr lang="en-US"/>
        </a:p>
      </dgm:t>
    </dgm:pt>
    <dgm:pt modelId="{3F07CCC0-F2F9-4C7C-AFC9-6AFDC14F9C8F}">
      <dgm:prSet/>
      <dgm:spPr/>
      <dgm:t>
        <a:bodyPr/>
        <a:lstStyle/>
        <a:p>
          <a:r>
            <a:rPr lang="en-US"/>
            <a:t>Problem: Misaligned pricing → underutilized revenue potential</a:t>
          </a:r>
        </a:p>
      </dgm:t>
    </dgm:pt>
    <dgm:pt modelId="{DF376304-4810-45B4-AA51-3729F05B5E19}" type="parTrans" cxnId="{95AFAE44-BB79-49C1-900B-8E82362D880E}">
      <dgm:prSet/>
      <dgm:spPr/>
      <dgm:t>
        <a:bodyPr/>
        <a:lstStyle/>
        <a:p>
          <a:endParaRPr lang="en-US"/>
        </a:p>
      </dgm:t>
    </dgm:pt>
    <dgm:pt modelId="{06D6969C-F70E-49EB-A82B-2073D046721D}" type="sibTrans" cxnId="{95AFAE44-BB79-49C1-900B-8E82362D880E}">
      <dgm:prSet/>
      <dgm:spPr/>
      <dgm:t>
        <a:bodyPr/>
        <a:lstStyle/>
        <a:p>
          <a:endParaRPr lang="en-US"/>
        </a:p>
      </dgm:t>
    </dgm:pt>
    <dgm:pt modelId="{329464BE-0045-4752-9940-3889B73DF9F1}" type="pres">
      <dgm:prSet presAssocID="{C805D4A4-0071-4D1D-A455-7B391FBEDACE}" presName="outerComposite" presStyleCnt="0">
        <dgm:presLayoutVars>
          <dgm:chMax val="5"/>
          <dgm:dir/>
          <dgm:resizeHandles val="exact"/>
        </dgm:presLayoutVars>
      </dgm:prSet>
      <dgm:spPr/>
    </dgm:pt>
    <dgm:pt modelId="{C57AAF04-C5F5-4648-92EA-B00998432DD7}" type="pres">
      <dgm:prSet presAssocID="{C805D4A4-0071-4D1D-A455-7B391FBEDACE}" presName="dummyMaxCanvas" presStyleCnt="0">
        <dgm:presLayoutVars/>
      </dgm:prSet>
      <dgm:spPr/>
    </dgm:pt>
    <dgm:pt modelId="{0C99EE22-ED9B-4435-AEF2-20564DB9E762}" type="pres">
      <dgm:prSet presAssocID="{C805D4A4-0071-4D1D-A455-7B391FBEDACE}" presName="FourNodes_1" presStyleLbl="node1" presStyleIdx="0" presStyleCnt="4">
        <dgm:presLayoutVars>
          <dgm:bulletEnabled val="1"/>
        </dgm:presLayoutVars>
      </dgm:prSet>
      <dgm:spPr/>
    </dgm:pt>
    <dgm:pt modelId="{3C4E80F4-65CF-49EA-BF37-9E366C48E748}" type="pres">
      <dgm:prSet presAssocID="{C805D4A4-0071-4D1D-A455-7B391FBEDACE}" presName="FourNodes_2" presStyleLbl="node1" presStyleIdx="1" presStyleCnt="4">
        <dgm:presLayoutVars>
          <dgm:bulletEnabled val="1"/>
        </dgm:presLayoutVars>
      </dgm:prSet>
      <dgm:spPr/>
    </dgm:pt>
    <dgm:pt modelId="{38481BBC-2430-4703-B75D-8C90346BD5B7}" type="pres">
      <dgm:prSet presAssocID="{C805D4A4-0071-4D1D-A455-7B391FBEDACE}" presName="FourNodes_3" presStyleLbl="node1" presStyleIdx="2" presStyleCnt="4">
        <dgm:presLayoutVars>
          <dgm:bulletEnabled val="1"/>
        </dgm:presLayoutVars>
      </dgm:prSet>
      <dgm:spPr/>
    </dgm:pt>
    <dgm:pt modelId="{936BF97B-1911-47A1-891A-83A1BCFCA5C9}" type="pres">
      <dgm:prSet presAssocID="{C805D4A4-0071-4D1D-A455-7B391FBEDACE}" presName="FourNodes_4" presStyleLbl="node1" presStyleIdx="3" presStyleCnt="4">
        <dgm:presLayoutVars>
          <dgm:bulletEnabled val="1"/>
        </dgm:presLayoutVars>
      </dgm:prSet>
      <dgm:spPr/>
    </dgm:pt>
    <dgm:pt modelId="{5ED336CD-8CD7-45E9-8B8E-47E2E7317F1D}" type="pres">
      <dgm:prSet presAssocID="{C805D4A4-0071-4D1D-A455-7B391FBEDACE}" presName="FourConn_1-2" presStyleLbl="fgAccFollowNode1" presStyleIdx="0" presStyleCnt="3">
        <dgm:presLayoutVars>
          <dgm:bulletEnabled val="1"/>
        </dgm:presLayoutVars>
      </dgm:prSet>
      <dgm:spPr/>
    </dgm:pt>
    <dgm:pt modelId="{8269AF4B-8592-4815-8A84-D93C5A4981A6}" type="pres">
      <dgm:prSet presAssocID="{C805D4A4-0071-4D1D-A455-7B391FBEDACE}" presName="FourConn_2-3" presStyleLbl="fgAccFollowNode1" presStyleIdx="1" presStyleCnt="3">
        <dgm:presLayoutVars>
          <dgm:bulletEnabled val="1"/>
        </dgm:presLayoutVars>
      </dgm:prSet>
      <dgm:spPr/>
    </dgm:pt>
    <dgm:pt modelId="{D7B1995D-1788-445C-B80D-53352FDA198F}" type="pres">
      <dgm:prSet presAssocID="{C805D4A4-0071-4D1D-A455-7B391FBEDACE}" presName="FourConn_3-4" presStyleLbl="fgAccFollowNode1" presStyleIdx="2" presStyleCnt="3">
        <dgm:presLayoutVars>
          <dgm:bulletEnabled val="1"/>
        </dgm:presLayoutVars>
      </dgm:prSet>
      <dgm:spPr/>
    </dgm:pt>
    <dgm:pt modelId="{1B8313F7-869D-432F-95BE-1123457FA3C4}" type="pres">
      <dgm:prSet presAssocID="{C805D4A4-0071-4D1D-A455-7B391FBEDACE}" presName="FourNodes_1_text" presStyleLbl="node1" presStyleIdx="3" presStyleCnt="4">
        <dgm:presLayoutVars>
          <dgm:bulletEnabled val="1"/>
        </dgm:presLayoutVars>
      </dgm:prSet>
      <dgm:spPr/>
    </dgm:pt>
    <dgm:pt modelId="{A86642CC-AD13-4C15-9557-307512FE00BD}" type="pres">
      <dgm:prSet presAssocID="{C805D4A4-0071-4D1D-A455-7B391FBEDACE}" presName="FourNodes_2_text" presStyleLbl="node1" presStyleIdx="3" presStyleCnt="4">
        <dgm:presLayoutVars>
          <dgm:bulletEnabled val="1"/>
        </dgm:presLayoutVars>
      </dgm:prSet>
      <dgm:spPr/>
    </dgm:pt>
    <dgm:pt modelId="{98F451D8-24DF-489A-983F-6903B429F370}" type="pres">
      <dgm:prSet presAssocID="{C805D4A4-0071-4D1D-A455-7B391FBEDACE}" presName="FourNodes_3_text" presStyleLbl="node1" presStyleIdx="3" presStyleCnt="4">
        <dgm:presLayoutVars>
          <dgm:bulletEnabled val="1"/>
        </dgm:presLayoutVars>
      </dgm:prSet>
      <dgm:spPr/>
    </dgm:pt>
    <dgm:pt modelId="{90F20FDB-B85F-46E4-BC57-628D1A22ED4B}" type="pres">
      <dgm:prSet presAssocID="{C805D4A4-0071-4D1D-A455-7B391FBEDAC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6F7280A-5103-4B0F-B50D-B4FD2D9D8C80}" type="presOf" srcId="{D93D9951-0B2C-4975-8A4D-9DA23DB5C7E9}" destId="{0C99EE22-ED9B-4435-AEF2-20564DB9E762}" srcOrd="0" destOrd="0" presId="urn:microsoft.com/office/officeart/2005/8/layout/vProcess5"/>
    <dgm:cxn modelId="{8055F421-095F-4CEF-89DE-FD67D441EB36}" srcId="{C805D4A4-0071-4D1D-A455-7B391FBEDACE}" destId="{64FD0429-0E54-48E3-9A49-920AFD54F665}" srcOrd="2" destOrd="0" parTransId="{5AF13C42-135C-4812-AA47-7D1133E9AF98}" sibTransId="{3D034259-EBD2-408B-A521-EF78A38882F9}"/>
    <dgm:cxn modelId="{C12CC322-DBBE-4D0C-B026-872F0DEFF3EA}" type="presOf" srcId="{3D034259-EBD2-408B-A521-EF78A38882F9}" destId="{D7B1995D-1788-445C-B80D-53352FDA198F}" srcOrd="0" destOrd="0" presId="urn:microsoft.com/office/officeart/2005/8/layout/vProcess5"/>
    <dgm:cxn modelId="{FD9B6627-28DB-4B10-A699-470D46E2E431}" type="presOf" srcId="{796D4F8B-E01F-4B4E-ACB7-5D8CDA98ECEC}" destId="{8269AF4B-8592-4815-8A84-D93C5A4981A6}" srcOrd="0" destOrd="0" presId="urn:microsoft.com/office/officeart/2005/8/layout/vProcess5"/>
    <dgm:cxn modelId="{CAD40D29-EED7-442E-88FB-E727819FBE9E}" type="presOf" srcId="{3F07CCC0-F2F9-4C7C-AFC9-6AFDC14F9C8F}" destId="{90F20FDB-B85F-46E4-BC57-628D1A22ED4B}" srcOrd="1" destOrd="0" presId="urn:microsoft.com/office/officeart/2005/8/layout/vProcess5"/>
    <dgm:cxn modelId="{20E7F42A-58D6-4EC8-8817-1918BD1410B4}" srcId="{C805D4A4-0071-4D1D-A455-7B391FBEDACE}" destId="{32DC946F-C849-4262-95FC-1E9BA468D363}" srcOrd="1" destOrd="0" parTransId="{FD1405C4-0974-450D-B4E2-AE2BC1C02380}" sibTransId="{796D4F8B-E01F-4B4E-ACB7-5D8CDA98ECEC}"/>
    <dgm:cxn modelId="{A490A430-3827-4B25-A7D5-9AB95856ADED}" type="presOf" srcId="{32DC946F-C849-4262-95FC-1E9BA468D363}" destId="{A86642CC-AD13-4C15-9557-307512FE00BD}" srcOrd="1" destOrd="0" presId="urn:microsoft.com/office/officeart/2005/8/layout/vProcess5"/>
    <dgm:cxn modelId="{1BF18460-8329-46B5-9943-D2E28EFAAD78}" type="presOf" srcId="{64FD0429-0E54-48E3-9A49-920AFD54F665}" destId="{98F451D8-24DF-489A-983F-6903B429F370}" srcOrd="1" destOrd="0" presId="urn:microsoft.com/office/officeart/2005/8/layout/vProcess5"/>
    <dgm:cxn modelId="{95AFAE44-BB79-49C1-900B-8E82362D880E}" srcId="{C805D4A4-0071-4D1D-A455-7B391FBEDACE}" destId="{3F07CCC0-F2F9-4C7C-AFC9-6AFDC14F9C8F}" srcOrd="3" destOrd="0" parTransId="{DF376304-4810-45B4-AA51-3729F05B5E19}" sibTransId="{06D6969C-F70E-49EB-A82B-2073D046721D}"/>
    <dgm:cxn modelId="{A7BFD04C-F3A5-4982-812D-E1AC7A8E1F93}" type="presOf" srcId="{D93D9951-0B2C-4975-8A4D-9DA23DB5C7E9}" destId="{1B8313F7-869D-432F-95BE-1123457FA3C4}" srcOrd="1" destOrd="0" presId="urn:microsoft.com/office/officeart/2005/8/layout/vProcess5"/>
    <dgm:cxn modelId="{0D2B9989-D29E-4E8C-91D8-EB7B8B790908}" type="presOf" srcId="{D9385A26-AD76-46D3-A46B-487BE61D4131}" destId="{5ED336CD-8CD7-45E9-8B8E-47E2E7317F1D}" srcOrd="0" destOrd="0" presId="urn:microsoft.com/office/officeart/2005/8/layout/vProcess5"/>
    <dgm:cxn modelId="{99B5D3A4-DAD0-4D69-B01D-41A9922F8A39}" type="presOf" srcId="{32DC946F-C849-4262-95FC-1E9BA468D363}" destId="{3C4E80F4-65CF-49EA-BF37-9E366C48E748}" srcOrd="0" destOrd="0" presId="urn:microsoft.com/office/officeart/2005/8/layout/vProcess5"/>
    <dgm:cxn modelId="{1F4D6EC0-153F-4A26-89B5-A2BA75D2C6E7}" type="presOf" srcId="{64FD0429-0E54-48E3-9A49-920AFD54F665}" destId="{38481BBC-2430-4703-B75D-8C90346BD5B7}" srcOrd="0" destOrd="0" presId="urn:microsoft.com/office/officeart/2005/8/layout/vProcess5"/>
    <dgm:cxn modelId="{7C9E75CB-0476-4569-953A-6C9AF192EB32}" type="presOf" srcId="{C805D4A4-0071-4D1D-A455-7B391FBEDACE}" destId="{329464BE-0045-4752-9940-3889B73DF9F1}" srcOrd="0" destOrd="0" presId="urn:microsoft.com/office/officeart/2005/8/layout/vProcess5"/>
    <dgm:cxn modelId="{868E3ECF-C4CF-4DDD-A13B-1569DDCC951C}" srcId="{C805D4A4-0071-4D1D-A455-7B391FBEDACE}" destId="{D93D9951-0B2C-4975-8A4D-9DA23DB5C7E9}" srcOrd="0" destOrd="0" parTransId="{23082B1B-F01B-40D3-BF3D-44C0B0DF1A04}" sibTransId="{D9385A26-AD76-46D3-A46B-487BE61D4131}"/>
    <dgm:cxn modelId="{4511E9EC-9C56-49BE-A372-B4CB2A2A30E6}" type="presOf" srcId="{3F07CCC0-F2F9-4C7C-AFC9-6AFDC14F9C8F}" destId="{936BF97B-1911-47A1-891A-83A1BCFCA5C9}" srcOrd="0" destOrd="0" presId="urn:microsoft.com/office/officeart/2005/8/layout/vProcess5"/>
    <dgm:cxn modelId="{21362EF7-4DAB-4CBE-AC1E-26A8317C4EF7}" type="presParOf" srcId="{329464BE-0045-4752-9940-3889B73DF9F1}" destId="{C57AAF04-C5F5-4648-92EA-B00998432DD7}" srcOrd="0" destOrd="0" presId="urn:microsoft.com/office/officeart/2005/8/layout/vProcess5"/>
    <dgm:cxn modelId="{3C954E03-70E8-45EB-89E5-D53D0794710E}" type="presParOf" srcId="{329464BE-0045-4752-9940-3889B73DF9F1}" destId="{0C99EE22-ED9B-4435-AEF2-20564DB9E762}" srcOrd="1" destOrd="0" presId="urn:microsoft.com/office/officeart/2005/8/layout/vProcess5"/>
    <dgm:cxn modelId="{31E14F98-3C7F-473A-818B-2613BBBF1F9D}" type="presParOf" srcId="{329464BE-0045-4752-9940-3889B73DF9F1}" destId="{3C4E80F4-65CF-49EA-BF37-9E366C48E748}" srcOrd="2" destOrd="0" presId="urn:microsoft.com/office/officeart/2005/8/layout/vProcess5"/>
    <dgm:cxn modelId="{67604719-3B53-4ABB-A7FE-FAADB92BFEA2}" type="presParOf" srcId="{329464BE-0045-4752-9940-3889B73DF9F1}" destId="{38481BBC-2430-4703-B75D-8C90346BD5B7}" srcOrd="3" destOrd="0" presId="urn:microsoft.com/office/officeart/2005/8/layout/vProcess5"/>
    <dgm:cxn modelId="{CBA39242-ACE5-4656-A9A9-88E2B748AEBE}" type="presParOf" srcId="{329464BE-0045-4752-9940-3889B73DF9F1}" destId="{936BF97B-1911-47A1-891A-83A1BCFCA5C9}" srcOrd="4" destOrd="0" presId="urn:microsoft.com/office/officeart/2005/8/layout/vProcess5"/>
    <dgm:cxn modelId="{D2BFEBCA-F3EE-4BC3-8653-E24034545460}" type="presParOf" srcId="{329464BE-0045-4752-9940-3889B73DF9F1}" destId="{5ED336CD-8CD7-45E9-8B8E-47E2E7317F1D}" srcOrd="5" destOrd="0" presId="urn:microsoft.com/office/officeart/2005/8/layout/vProcess5"/>
    <dgm:cxn modelId="{3A77EFAC-E222-4EF4-8617-8FA6BC2184DC}" type="presParOf" srcId="{329464BE-0045-4752-9940-3889B73DF9F1}" destId="{8269AF4B-8592-4815-8A84-D93C5A4981A6}" srcOrd="6" destOrd="0" presId="urn:microsoft.com/office/officeart/2005/8/layout/vProcess5"/>
    <dgm:cxn modelId="{E8DE2ACB-71D0-4B69-B900-46ED092E050E}" type="presParOf" srcId="{329464BE-0045-4752-9940-3889B73DF9F1}" destId="{D7B1995D-1788-445C-B80D-53352FDA198F}" srcOrd="7" destOrd="0" presId="urn:microsoft.com/office/officeart/2005/8/layout/vProcess5"/>
    <dgm:cxn modelId="{D6309CA9-67E7-4924-854E-FC3396BF5263}" type="presParOf" srcId="{329464BE-0045-4752-9940-3889B73DF9F1}" destId="{1B8313F7-869D-432F-95BE-1123457FA3C4}" srcOrd="8" destOrd="0" presId="urn:microsoft.com/office/officeart/2005/8/layout/vProcess5"/>
    <dgm:cxn modelId="{FC4DD185-70C4-46A0-9B72-021EED79C48A}" type="presParOf" srcId="{329464BE-0045-4752-9940-3889B73DF9F1}" destId="{A86642CC-AD13-4C15-9557-307512FE00BD}" srcOrd="9" destOrd="0" presId="urn:microsoft.com/office/officeart/2005/8/layout/vProcess5"/>
    <dgm:cxn modelId="{B89978A7-FD8A-44A6-84F1-96F0B22B5480}" type="presParOf" srcId="{329464BE-0045-4752-9940-3889B73DF9F1}" destId="{98F451D8-24DF-489A-983F-6903B429F370}" srcOrd="10" destOrd="0" presId="urn:microsoft.com/office/officeart/2005/8/layout/vProcess5"/>
    <dgm:cxn modelId="{79D64DC4-7503-4B6C-88C3-21F2F6340C64}" type="presParOf" srcId="{329464BE-0045-4752-9940-3889B73DF9F1}" destId="{90F20FDB-B85F-46E4-BC57-628D1A22ED4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735134-CDB3-41BB-84FF-AFC92435840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D1F2FC1-F178-4D27-AB26-9466FA08713C}">
      <dgm:prSet/>
      <dgm:spPr/>
      <dgm:t>
        <a:bodyPr/>
        <a:lstStyle/>
        <a:p>
          <a:r>
            <a:rPr lang="en-US"/>
            <a:t>Impact of Mispricing</a:t>
          </a:r>
        </a:p>
      </dgm:t>
    </dgm:pt>
    <dgm:pt modelId="{B6B2FA96-6B5B-4B90-89C4-F54EB4C0E039}" type="parTrans" cxnId="{CE14CE39-7F59-44BC-9E81-4017048EC643}">
      <dgm:prSet/>
      <dgm:spPr/>
      <dgm:t>
        <a:bodyPr/>
        <a:lstStyle/>
        <a:p>
          <a:endParaRPr lang="en-US"/>
        </a:p>
      </dgm:t>
    </dgm:pt>
    <dgm:pt modelId="{5FB8DEE3-9F39-462C-9EE7-B4142086C037}" type="sibTrans" cxnId="{CE14CE39-7F59-44BC-9E81-4017048EC643}">
      <dgm:prSet/>
      <dgm:spPr/>
      <dgm:t>
        <a:bodyPr/>
        <a:lstStyle/>
        <a:p>
          <a:endParaRPr lang="en-US"/>
        </a:p>
      </dgm:t>
    </dgm:pt>
    <dgm:pt modelId="{6CB59778-AE42-4E3B-8237-3FD2F2FA6011}">
      <dgm:prSet/>
      <dgm:spPr/>
      <dgm:t>
        <a:bodyPr/>
        <a:lstStyle/>
        <a:p>
          <a:r>
            <a:rPr lang="en-US"/>
            <a:t>Lift tickets = core revenue stream.</a:t>
          </a:r>
        </a:p>
      </dgm:t>
    </dgm:pt>
    <dgm:pt modelId="{A2AE8415-1C78-4485-867A-2F81AE838BA6}" type="parTrans" cxnId="{51C719A8-539C-4BD0-A141-8BEBB1A57595}">
      <dgm:prSet/>
      <dgm:spPr/>
      <dgm:t>
        <a:bodyPr/>
        <a:lstStyle/>
        <a:p>
          <a:endParaRPr lang="en-US"/>
        </a:p>
      </dgm:t>
    </dgm:pt>
    <dgm:pt modelId="{6BFBD0BD-3091-4A60-9B10-972E3C38D0D5}" type="sibTrans" cxnId="{51C719A8-539C-4BD0-A141-8BEBB1A57595}">
      <dgm:prSet/>
      <dgm:spPr/>
      <dgm:t>
        <a:bodyPr/>
        <a:lstStyle/>
        <a:p>
          <a:endParaRPr lang="en-US"/>
        </a:p>
      </dgm:t>
    </dgm:pt>
    <dgm:pt modelId="{D234A574-3AAA-4C0D-A383-BE3AE60C6930}">
      <dgm:prSet/>
      <dgm:spPr/>
      <dgm:t>
        <a:bodyPr/>
        <a:lstStyle/>
        <a:p>
          <a:r>
            <a:rPr lang="en-US"/>
            <a:t>Underpricing = lost revenue (~$15 gap per ticket).</a:t>
          </a:r>
        </a:p>
      </dgm:t>
    </dgm:pt>
    <dgm:pt modelId="{B83244DB-C115-4144-918F-159A17A1AF43}" type="parTrans" cxnId="{CAA8DF81-5AB9-4755-B565-36A82E39205D}">
      <dgm:prSet/>
      <dgm:spPr/>
      <dgm:t>
        <a:bodyPr/>
        <a:lstStyle/>
        <a:p>
          <a:endParaRPr lang="en-US"/>
        </a:p>
      </dgm:t>
    </dgm:pt>
    <dgm:pt modelId="{871C7BCA-1CF3-44DE-87E0-6CFE0AC135C2}" type="sibTrans" cxnId="{CAA8DF81-5AB9-4755-B565-36A82E39205D}">
      <dgm:prSet/>
      <dgm:spPr/>
      <dgm:t>
        <a:bodyPr/>
        <a:lstStyle/>
        <a:p>
          <a:endParaRPr lang="en-US"/>
        </a:p>
      </dgm:t>
    </dgm:pt>
    <dgm:pt modelId="{0E118CA4-4986-4A24-B8C9-5B8E59172588}">
      <dgm:prSet/>
      <dgm:spPr/>
      <dgm:t>
        <a:bodyPr/>
        <a:lstStyle/>
        <a:p>
          <a:r>
            <a:rPr lang="en-US"/>
            <a:t>Overpricing = customer attrition risk.</a:t>
          </a:r>
        </a:p>
      </dgm:t>
    </dgm:pt>
    <dgm:pt modelId="{FFB8B779-5CF9-40C4-B937-501A87DDFEF9}" type="parTrans" cxnId="{082B53BB-F158-415B-B81A-3702D378D538}">
      <dgm:prSet/>
      <dgm:spPr/>
      <dgm:t>
        <a:bodyPr/>
        <a:lstStyle/>
        <a:p>
          <a:endParaRPr lang="en-US"/>
        </a:p>
      </dgm:t>
    </dgm:pt>
    <dgm:pt modelId="{5E0E3868-6073-4C66-B754-9A3FB2F40B70}" type="sibTrans" cxnId="{082B53BB-F158-415B-B81A-3702D378D538}">
      <dgm:prSet/>
      <dgm:spPr/>
      <dgm:t>
        <a:bodyPr/>
        <a:lstStyle/>
        <a:p>
          <a:endParaRPr lang="en-US"/>
        </a:p>
      </dgm:t>
    </dgm:pt>
    <dgm:pt modelId="{534D5D22-5D67-4991-8790-D3101B10008B}">
      <dgm:prSet/>
      <dgm:spPr/>
      <dgm:t>
        <a:bodyPr/>
        <a:lstStyle/>
        <a:p>
          <a:r>
            <a:rPr lang="en-US"/>
            <a:t>Strategic pricing essential for profitability &amp; competitiveness</a:t>
          </a:r>
        </a:p>
      </dgm:t>
    </dgm:pt>
    <dgm:pt modelId="{1537EAC1-FED1-4931-8E2A-0F9F41B17408}" type="parTrans" cxnId="{373D589F-3A28-4EEB-87F6-0C21AF3A7DA8}">
      <dgm:prSet/>
      <dgm:spPr/>
      <dgm:t>
        <a:bodyPr/>
        <a:lstStyle/>
        <a:p>
          <a:endParaRPr lang="en-US"/>
        </a:p>
      </dgm:t>
    </dgm:pt>
    <dgm:pt modelId="{01581F83-DECD-45EA-96AE-FA56CC8A2AE7}" type="sibTrans" cxnId="{373D589F-3A28-4EEB-87F6-0C21AF3A7DA8}">
      <dgm:prSet/>
      <dgm:spPr/>
      <dgm:t>
        <a:bodyPr/>
        <a:lstStyle/>
        <a:p>
          <a:endParaRPr lang="en-US"/>
        </a:p>
      </dgm:t>
    </dgm:pt>
    <dgm:pt modelId="{99928C87-DC53-43B9-85BE-5D8004469869}" type="pres">
      <dgm:prSet presAssocID="{A6735134-CDB3-41BB-84FF-AFC92435840E}" presName="vert0" presStyleCnt="0">
        <dgm:presLayoutVars>
          <dgm:dir/>
          <dgm:animOne val="branch"/>
          <dgm:animLvl val="lvl"/>
        </dgm:presLayoutVars>
      </dgm:prSet>
      <dgm:spPr/>
    </dgm:pt>
    <dgm:pt modelId="{79C54088-A7FD-426D-BCF3-8AA864BAA5A5}" type="pres">
      <dgm:prSet presAssocID="{FD1F2FC1-F178-4D27-AB26-9466FA08713C}" presName="thickLine" presStyleLbl="alignNode1" presStyleIdx="0" presStyleCnt="5"/>
      <dgm:spPr/>
    </dgm:pt>
    <dgm:pt modelId="{3D8B4884-2A2A-4B3F-9323-C32B33AC34D6}" type="pres">
      <dgm:prSet presAssocID="{FD1F2FC1-F178-4D27-AB26-9466FA08713C}" presName="horz1" presStyleCnt="0"/>
      <dgm:spPr/>
    </dgm:pt>
    <dgm:pt modelId="{B2FFBEDA-8DD4-4481-8E5B-82016306A2F2}" type="pres">
      <dgm:prSet presAssocID="{FD1F2FC1-F178-4D27-AB26-9466FA08713C}" presName="tx1" presStyleLbl="revTx" presStyleIdx="0" presStyleCnt="5"/>
      <dgm:spPr/>
    </dgm:pt>
    <dgm:pt modelId="{B51B20C2-008C-492C-877F-F07216BB56F2}" type="pres">
      <dgm:prSet presAssocID="{FD1F2FC1-F178-4D27-AB26-9466FA08713C}" presName="vert1" presStyleCnt="0"/>
      <dgm:spPr/>
    </dgm:pt>
    <dgm:pt modelId="{A116E353-9018-419C-AE86-A5687757061D}" type="pres">
      <dgm:prSet presAssocID="{6CB59778-AE42-4E3B-8237-3FD2F2FA6011}" presName="thickLine" presStyleLbl="alignNode1" presStyleIdx="1" presStyleCnt="5"/>
      <dgm:spPr/>
    </dgm:pt>
    <dgm:pt modelId="{2F077955-675D-4DB4-B928-6A87CBE4E016}" type="pres">
      <dgm:prSet presAssocID="{6CB59778-AE42-4E3B-8237-3FD2F2FA6011}" presName="horz1" presStyleCnt="0"/>
      <dgm:spPr/>
    </dgm:pt>
    <dgm:pt modelId="{F622FFDD-8B59-4930-A844-74051E2B993F}" type="pres">
      <dgm:prSet presAssocID="{6CB59778-AE42-4E3B-8237-3FD2F2FA6011}" presName="tx1" presStyleLbl="revTx" presStyleIdx="1" presStyleCnt="5"/>
      <dgm:spPr/>
    </dgm:pt>
    <dgm:pt modelId="{8E15AF14-0892-4F40-8E0D-E93D3E653C6B}" type="pres">
      <dgm:prSet presAssocID="{6CB59778-AE42-4E3B-8237-3FD2F2FA6011}" presName="vert1" presStyleCnt="0"/>
      <dgm:spPr/>
    </dgm:pt>
    <dgm:pt modelId="{B936B418-34E3-4896-A40F-D65DFDE8C512}" type="pres">
      <dgm:prSet presAssocID="{D234A574-3AAA-4C0D-A383-BE3AE60C6930}" presName="thickLine" presStyleLbl="alignNode1" presStyleIdx="2" presStyleCnt="5"/>
      <dgm:spPr/>
    </dgm:pt>
    <dgm:pt modelId="{39EBD749-CD97-4338-A345-120B5743A830}" type="pres">
      <dgm:prSet presAssocID="{D234A574-3AAA-4C0D-A383-BE3AE60C6930}" presName="horz1" presStyleCnt="0"/>
      <dgm:spPr/>
    </dgm:pt>
    <dgm:pt modelId="{149A3FC5-FEC2-43BC-B79B-D20E471FD6A1}" type="pres">
      <dgm:prSet presAssocID="{D234A574-3AAA-4C0D-A383-BE3AE60C6930}" presName="tx1" presStyleLbl="revTx" presStyleIdx="2" presStyleCnt="5"/>
      <dgm:spPr/>
    </dgm:pt>
    <dgm:pt modelId="{BE564D16-06F6-4774-9B98-55A8189559D6}" type="pres">
      <dgm:prSet presAssocID="{D234A574-3AAA-4C0D-A383-BE3AE60C6930}" presName="vert1" presStyleCnt="0"/>
      <dgm:spPr/>
    </dgm:pt>
    <dgm:pt modelId="{58601B5D-03C7-4069-9BFE-4963E5C34818}" type="pres">
      <dgm:prSet presAssocID="{0E118CA4-4986-4A24-B8C9-5B8E59172588}" presName="thickLine" presStyleLbl="alignNode1" presStyleIdx="3" presStyleCnt="5"/>
      <dgm:spPr/>
    </dgm:pt>
    <dgm:pt modelId="{2E34180E-BAE5-4786-8964-0C8BFD129A29}" type="pres">
      <dgm:prSet presAssocID="{0E118CA4-4986-4A24-B8C9-5B8E59172588}" presName="horz1" presStyleCnt="0"/>
      <dgm:spPr/>
    </dgm:pt>
    <dgm:pt modelId="{D11D45C1-8EE2-4065-8B8E-517FC8D8F700}" type="pres">
      <dgm:prSet presAssocID="{0E118CA4-4986-4A24-B8C9-5B8E59172588}" presName="tx1" presStyleLbl="revTx" presStyleIdx="3" presStyleCnt="5"/>
      <dgm:spPr/>
    </dgm:pt>
    <dgm:pt modelId="{48B6B72C-96EF-4144-8FF1-E514C4BE9416}" type="pres">
      <dgm:prSet presAssocID="{0E118CA4-4986-4A24-B8C9-5B8E59172588}" presName="vert1" presStyleCnt="0"/>
      <dgm:spPr/>
    </dgm:pt>
    <dgm:pt modelId="{ACF5F253-E84E-4F17-8DD1-D2BE854C4F74}" type="pres">
      <dgm:prSet presAssocID="{534D5D22-5D67-4991-8790-D3101B10008B}" presName="thickLine" presStyleLbl="alignNode1" presStyleIdx="4" presStyleCnt="5"/>
      <dgm:spPr/>
    </dgm:pt>
    <dgm:pt modelId="{C022D5DD-940E-43F0-A54A-4993536AD8CB}" type="pres">
      <dgm:prSet presAssocID="{534D5D22-5D67-4991-8790-D3101B10008B}" presName="horz1" presStyleCnt="0"/>
      <dgm:spPr/>
    </dgm:pt>
    <dgm:pt modelId="{DEEF120A-A23F-4610-B406-900951374C28}" type="pres">
      <dgm:prSet presAssocID="{534D5D22-5D67-4991-8790-D3101B10008B}" presName="tx1" presStyleLbl="revTx" presStyleIdx="4" presStyleCnt="5"/>
      <dgm:spPr/>
    </dgm:pt>
    <dgm:pt modelId="{BB27F9F4-B9FF-4EA6-886C-14E9C1372748}" type="pres">
      <dgm:prSet presAssocID="{534D5D22-5D67-4991-8790-D3101B10008B}" presName="vert1" presStyleCnt="0"/>
      <dgm:spPr/>
    </dgm:pt>
  </dgm:ptLst>
  <dgm:cxnLst>
    <dgm:cxn modelId="{37857216-0D54-40F5-A480-777B4F2283A5}" type="presOf" srcId="{534D5D22-5D67-4991-8790-D3101B10008B}" destId="{DEEF120A-A23F-4610-B406-900951374C28}" srcOrd="0" destOrd="0" presId="urn:microsoft.com/office/officeart/2008/layout/LinedList"/>
    <dgm:cxn modelId="{FBC95129-F1CA-4FF4-A2FE-A1CFFDB70049}" type="presOf" srcId="{D234A574-3AAA-4C0D-A383-BE3AE60C6930}" destId="{149A3FC5-FEC2-43BC-B79B-D20E471FD6A1}" srcOrd="0" destOrd="0" presId="urn:microsoft.com/office/officeart/2008/layout/LinedList"/>
    <dgm:cxn modelId="{CE14CE39-7F59-44BC-9E81-4017048EC643}" srcId="{A6735134-CDB3-41BB-84FF-AFC92435840E}" destId="{FD1F2FC1-F178-4D27-AB26-9466FA08713C}" srcOrd="0" destOrd="0" parTransId="{B6B2FA96-6B5B-4B90-89C4-F54EB4C0E039}" sibTransId="{5FB8DEE3-9F39-462C-9EE7-B4142086C037}"/>
    <dgm:cxn modelId="{CAA8DF81-5AB9-4755-B565-36A82E39205D}" srcId="{A6735134-CDB3-41BB-84FF-AFC92435840E}" destId="{D234A574-3AAA-4C0D-A383-BE3AE60C6930}" srcOrd="2" destOrd="0" parTransId="{B83244DB-C115-4144-918F-159A17A1AF43}" sibTransId="{871C7BCA-1CF3-44DE-87E0-6CFE0AC135C2}"/>
    <dgm:cxn modelId="{373D589F-3A28-4EEB-87F6-0C21AF3A7DA8}" srcId="{A6735134-CDB3-41BB-84FF-AFC92435840E}" destId="{534D5D22-5D67-4991-8790-D3101B10008B}" srcOrd="4" destOrd="0" parTransId="{1537EAC1-FED1-4931-8E2A-0F9F41B17408}" sibTransId="{01581F83-DECD-45EA-96AE-FA56CC8A2AE7}"/>
    <dgm:cxn modelId="{51C719A8-539C-4BD0-A141-8BEBB1A57595}" srcId="{A6735134-CDB3-41BB-84FF-AFC92435840E}" destId="{6CB59778-AE42-4E3B-8237-3FD2F2FA6011}" srcOrd="1" destOrd="0" parTransId="{A2AE8415-1C78-4485-867A-2F81AE838BA6}" sibTransId="{6BFBD0BD-3091-4A60-9B10-972E3C38D0D5}"/>
    <dgm:cxn modelId="{082B53BB-F158-415B-B81A-3702D378D538}" srcId="{A6735134-CDB3-41BB-84FF-AFC92435840E}" destId="{0E118CA4-4986-4A24-B8C9-5B8E59172588}" srcOrd="3" destOrd="0" parTransId="{FFB8B779-5CF9-40C4-B937-501A87DDFEF9}" sibTransId="{5E0E3868-6073-4C66-B754-9A3FB2F40B70}"/>
    <dgm:cxn modelId="{B44519BD-E4FA-4570-BF2C-441E19E0D956}" type="presOf" srcId="{0E118CA4-4986-4A24-B8C9-5B8E59172588}" destId="{D11D45C1-8EE2-4065-8B8E-517FC8D8F700}" srcOrd="0" destOrd="0" presId="urn:microsoft.com/office/officeart/2008/layout/LinedList"/>
    <dgm:cxn modelId="{6A04FBC2-F8DD-428E-AAA3-D55A75254247}" type="presOf" srcId="{FD1F2FC1-F178-4D27-AB26-9466FA08713C}" destId="{B2FFBEDA-8DD4-4481-8E5B-82016306A2F2}" srcOrd="0" destOrd="0" presId="urn:microsoft.com/office/officeart/2008/layout/LinedList"/>
    <dgm:cxn modelId="{C78169C4-AD92-4C6E-BEC5-D08CE2882C7A}" type="presOf" srcId="{A6735134-CDB3-41BB-84FF-AFC92435840E}" destId="{99928C87-DC53-43B9-85BE-5D8004469869}" srcOrd="0" destOrd="0" presId="urn:microsoft.com/office/officeart/2008/layout/LinedList"/>
    <dgm:cxn modelId="{181010F7-031D-4596-BBDE-B5C77912EEB7}" type="presOf" srcId="{6CB59778-AE42-4E3B-8237-3FD2F2FA6011}" destId="{F622FFDD-8B59-4930-A844-74051E2B993F}" srcOrd="0" destOrd="0" presId="urn:microsoft.com/office/officeart/2008/layout/LinedList"/>
    <dgm:cxn modelId="{41CAC083-CFF2-4B14-9A6D-40CEF1C49F57}" type="presParOf" srcId="{99928C87-DC53-43B9-85BE-5D8004469869}" destId="{79C54088-A7FD-426D-BCF3-8AA864BAA5A5}" srcOrd="0" destOrd="0" presId="urn:microsoft.com/office/officeart/2008/layout/LinedList"/>
    <dgm:cxn modelId="{A23F9196-078C-4F27-BBDF-2287239D2A6D}" type="presParOf" srcId="{99928C87-DC53-43B9-85BE-5D8004469869}" destId="{3D8B4884-2A2A-4B3F-9323-C32B33AC34D6}" srcOrd="1" destOrd="0" presId="urn:microsoft.com/office/officeart/2008/layout/LinedList"/>
    <dgm:cxn modelId="{F82375DE-FEF6-4185-AF53-14322ECACE21}" type="presParOf" srcId="{3D8B4884-2A2A-4B3F-9323-C32B33AC34D6}" destId="{B2FFBEDA-8DD4-4481-8E5B-82016306A2F2}" srcOrd="0" destOrd="0" presId="urn:microsoft.com/office/officeart/2008/layout/LinedList"/>
    <dgm:cxn modelId="{25729E33-E0D8-4162-AF35-842F8B60CA8D}" type="presParOf" srcId="{3D8B4884-2A2A-4B3F-9323-C32B33AC34D6}" destId="{B51B20C2-008C-492C-877F-F07216BB56F2}" srcOrd="1" destOrd="0" presId="urn:microsoft.com/office/officeart/2008/layout/LinedList"/>
    <dgm:cxn modelId="{AAD1C2D3-D4D8-43CB-AE42-3F328D061399}" type="presParOf" srcId="{99928C87-DC53-43B9-85BE-5D8004469869}" destId="{A116E353-9018-419C-AE86-A5687757061D}" srcOrd="2" destOrd="0" presId="urn:microsoft.com/office/officeart/2008/layout/LinedList"/>
    <dgm:cxn modelId="{55BEED59-393F-46A7-B1A1-2A00E80C935A}" type="presParOf" srcId="{99928C87-DC53-43B9-85BE-5D8004469869}" destId="{2F077955-675D-4DB4-B928-6A87CBE4E016}" srcOrd="3" destOrd="0" presId="urn:microsoft.com/office/officeart/2008/layout/LinedList"/>
    <dgm:cxn modelId="{18223B9A-264D-46C4-8292-7C0FF7A10257}" type="presParOf" srcId="{2F077955-675D-4DB4-B928-6A87CBE4E016}" destId="{F622FFDD-8B59-4930-A844-74051E2B993F}" srcOrd="0" destOrd="0" presId="urn:microsoft.com/office/officeart/2008/layout/LinedList"/>
    <dgm:cxn modelId="{46E05131-87E7-4753-8341-E6F3C9A064FB}" type="presParOf" srcId="{2F077955-675D-4DB4-B928-6A87CBE4E016}" destId="{8E15AF14-0892-4F40-8E0D-E93D3E653C6B}" srcOrd="1" destOrd="0" presId="urn:microsoft.com/office/officeart/2008/layout/LinedList"/>
    <dgm:cxn modelId="{51E4D3BD-871F-4A16-9771-3ADBA7B073B0}" type="presParOf" srcId="{99928C87-DC53-43B9-85BE-5D8004469869}" destId="{B936B418-34E3-4896-A40F-D65DFDE8C512}" srcOrd="4" destOrd="0" presId="urn:microsoft.com/office/officeart/2008/layout/LinedList"/>
    <dgm:cxn modelId="{B94678DC-910D-411F-8230-73C2751023B3}" type="presParOf" srcId="{99928C87-DC53-43B9-85BE-5D8004469869}" destId="{39EBD749-CD97-4338-A345-120B5743A830}" srcOrd="5" destOrd="0" presId="urn:microsoft.com/office/officeart/2008/layout/LinedList"/>
    <dgm:cxn modelId="{56020990-09CC-4D21-8D00-8EDD58747D07}" type="presParOf" srcId="{39EBD749-CD97-4338-A345-120B5743A830}" destId="{149A3FC5-FEC2-43BC-B79B-D20E471FD6A1}" srcOrd="0" destOrd="0" presId="urn:microsoft.com/office/officeart/2008/layout/LinedList"/>
    <dgm:cxn modelId="{B25BC053-E13D-41E1-AFA4-404134E037C6}" type="presParOf" srcId="{39EBD749-CD97-4338-A345-120B5743A830}" destId="{BE564D16-06F6-4774-9B98-55A8189559D6}" srcOrd="1" destOrd="0" presId="urn:microsoft.com/office/officeart/2008/layout/LinedList"/>
    <dgm:cxn modelId="{20231011-D081-4388-81CC-D485F0F7CBDE}" type="presParOf" srcId="{99928C87-DC53-43B9-85BE-5D8004469869}" destId="{58601B5D-03C7-4069-9BFE-4963E5C34818}" srcOrd="6" destOrd="0" presId="urn:microsoft.com/office/officeart/2008/layout/LinedList"/>
    <dgm:cxn modelId="{6055EA47-D404-4223-9FCA-153FF9B4E444}" type="presParOf" srcId="{99928C87-DC53-43B9-85BE-5D8004469869}" destId="{2E34180E-BAE5-4786-8964-0C8BFD129A29}" srcOrd="7" destOrd="0" presId="urn:microsoft.com/office/officeart/2008/layout/LinedList"/>
    <dgm:cxn modelId="{CA0DC26B-F354-4F9B-9335-6F03E497CF76}" type="presParOf" srcId="{2E34180E-BAE5-4786-8964-0C8BFD129A29}" destId="{D11D45C1-8EE2-4065-8B8E-517FC8D8F700}" srcOrd="0" destOrd="0" presId="urn:microsoft.com/office/officeart/2008/layout/LinedList"/>
    <dgm:cxn modelId="{3EBE4A28-FC60-4B35-85D9-5BC59B273CA8}" type="presParOf" srcId="{2E34180E-BAE5-4786-8964-0C8BFD129A29}" destId="{48B6B72C-96EF-4144-8FF1-E514C4BE9416}" srcOrd="1" destOrd="0" presId="urn:microsoft.com/office/officeart/2008/layout/LinedList"/>
    <dgm:cxn modelId="{CBEDB555-A0C6-4CEA-ADEB-0F36B2932F5A}" type="presParOf" srcId="{99928C87-DC53-43B9-85BE-5D8004469869}" destId="{ACF5F253-E84E-4F17-8DD1-D2BE854C4F74}" srcOrd="8" destOrd="0" presId="urn:microsoft.com/office/officeart/2008/layout/LinedList"/>
    <dgm:cxn modelId="{DA9A2C23-356B-4D74-AEAE-79E5351BEB45}" type="presParOf" srcId="{99928C87-DC53-43B9-85BE-5D8004469869}" destId="{C022D5DD-940E-43F0-A54A-4993536AD8CB}" srcOrd="9" destOrd="0" presId="urn:microsoft.com/office/officeart/2008/layout/LinedList"/>
    <dgm:cxn modelId="{C72EE561-1653-4C3D-9E4E-213CB0CFC14C}" type="presParOf" srcId="{C022D5DD-940E-43F0-A54A-4993536AD8CB}" destId="{DEEF120A-A23F-4610-B406-900951374C28}" srcOrd="0" destOrd="0" presId="urn:microsoft.com/office/officeart/2008/layout/LinedList"/>
    <dgm:cxn modelId="{5FD19B1D-3D2A-4DFC-B8CC-D755F414AA77}" type="presParOf" srcId="{C022D5DD-940E-43F0-A54A-4993536AD8CB}" destId="{BB27F9F4-B9FF-4EA6-886C-14E9C13727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138A3D-098E-4055-B662-E0DD387BAD1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18A470-2E3F-4A9F-9689-CF970D0EA32F}">
      <dgm:prSet/>
      <dgm:spPr/>
      <dgm:t>
        <a:bodyPr/>
        <a:lstStyle/>
        <a:p>
          <a:pPr>
            <a:defRPr cap="all"/>
          </a:pPr>
          <a:r>
            <a:rPr lang="en-US"/>
            <a:t>Data-Driven Pricing Recommendation</a:t>
          </a:r>
        </a:p>
      </dgm:t>
    </dgm:pt>
    <dgm:pt modelId="{01067380-00D6-4E46-A98E-0AF5DDC329A7}" type="parTrans" cxnId="{1AA5D58E-792D-44B3-B3C1-54624BEEF531}">
      <dgm:prSet/>
      <dgm:spPr/>
      <dgm:t>
        <a:bodyPr/>
        <a:lstStyle/>
        <a:p>
          <a:endParaRPr lang="en-US"/>
        </a:p>
      </dgm:t>
    </dgm:pt>
    <dgm:pt modelId="{A7D02B03-04D7-4923-A27E-02BE19C58B37}" type="sibTrans" cxnId="{1AA5D58E-792D-44B3-B3C1-54624BEEF531}">
      <dgm:prSet/>
      <dgm:spPr/>
      <dgm:t>
        <a:bodyPr/>
        <a:lstStyle/>
        <a:p>
          <a:endParaRPr lang="en-US"/>
        </a:p>
      </dgm:t>
    </dgm:pt>
    <dgm:pt modelId="{A28B3312-00D5-457B-B05C-48911EA8B5B7}">
      <dgm:prSet/>
      <dgm:spPr/>
      <dgm:t>
        <a:bodyPr/>
        <a:lstStyle/>
        <a:p>
          <a:pPr>
            <a:defRPr cap="all"/>
          </a:pPr>
          <a:r>
            <a:rPr lang="en-US" b="1"/>
            <a:t>Raise ticket prices incrementally by $2–$5.</a:t>
          </a:r>
          <a:endParaRPr lang="en-US"/>
        </a:p>
      </dgm:t>
    </dgm:pt>
    <dgm:pt modelId="{948961EF-6E02-47CC-82EC-F9712A236683}" type="parTrans" cxnId="{E314BCFD-792B-4E06-B8CB-BD6283373269}">
      <dgm:prSet/>
      <dgm:spPr/>
      <dgm:t>
        <a:bodyPr/>
        <a:lstStyle/>
        <a:p>
          <a:endParaRPr lang="en-US"/>
        </a:p>
      </dgm:t>
    </dgm:pt>
    <dgm:pt modelId="{9261E0EB-B24B-4561-AAA7-FF4A56A23A02}" type="sibTrans" cxnId="{E314BCFD-792B-4E06-B8CB-BD6283373269}">
      <dgm:prSet/>
      <dgm:spPr/>
      <dgm:t>
        <a:bodyPr/>
        <a:lstStyle/>
        <a:p>
          <a:endParaRPr lang="en-US"/>
        </a:p>
      </dgm:t>
    </dgm:pt>
    <dgm:pt modelId="{8258EB26-FEBD-4A61-B2D1-9FF5757B1F2B}">
      <dgm:prSet/>
      <dgm:spPr/>
      <dgm:t>
        <a:bodyPr/>
        <a:lstStyle/>
        <a:p>
          <a:pPr>
            <a:defRPr cap="all"/>
          </a:pPr>
          <a:r>
            <a:rPr lang="en-US"/>
            <a:t>Invest in </a:t>
          </a:r>
          <a:r>
            <a:rPr lang="en-US" b="1"/>
            <a:t>runs, vertical drop, and lifts</a:t>
          </a:r>
          <a:r>
            <a:rPr lang="en-US"/>
            <a:t> → unlock pricing power.</a:t>
          </a:r>
        </a:p>
      </dgm:t>
    </dgm:pt>
    <dgm:pt modelId="{33481B82-4ABE-4906-BFAE-2DBA0263ACEA}" type="parTrans" cxnId="{C65C7919-10D5-43E8-81A0-3C32198AFD8F}">
      <dgm:prSet/>
      <dgm:spPr/>
      <dgm:t>
        <a:bodyPr/>
        <a:lstStyle/>
        <a:p>
          <a:endParaRPr lang="en-US"/>
        </a:p>
      </dgm:t>
    </dgm:pt>
    <dgm:pt modelId="{077F5675-DEFE-4EC5-9528-4682918E2453}" type="sibTrans" cxnId="{C65C7919-10D5-43E8-81A0-3C32198AFD8F}">
      <dgm:prSet/>
      <dgm:spPr/>
      <dgm:t>
        <a:bodyPr/>
        <a:lstStyle/>
        <a:p>
          <a:endParaRPr lang="en-US"/>
        </a:p>
      </dgm:t>
    </dgm:pt>
    <dgm:pt modelId="{73040DC5-838A-4832-B24C-5C5C78FACBA2}">
      <dgm:prSet/>
      <dgm:spPr/>
      <dgm:t>
        <a:bodyPr/>
        <a:lstStyle/>
        <a:p>
          <a:pPr>
            <a:defRPr cap="all"/>
          </a:pPr>
          <a:r>
            <a:rPr lang="en-US"/>
            <a:t>Current price: $81 vs. modeled fair price: $96.</a:t>
          </a:r>
        </a:p>
      </dgm:t>
    </dgm:pt>
    <dgm:pt modelId="{10BDFF55-89D2-4146-B9D7-CCD9BE538589}" type="parTrans" cxnId="{A79185D4-DB22-4B10-86F8-DE96E00D1F94}">
      <dgm:prSet/>
      <dgm:spPr/>
      <dgm:t>
        <a:bodyPr/>
        <a:lstStyle/>
        <a:p>
          <a:endParaRPr lang="en-US"/>
        </a:p>
      </dgm:t>
    </dgm:pt>
    <dgm:pt modelId="{80C292B5-0CE5-47C8-8191-225BBEA2D1CB}" type="sibTrans" cxnId="{A79185D4-DB22-4B10-86F8-DE96E00D1F94}">
      <dgm:prSet/>
      <dgm:spPr/>
      <dgm:t>
        <a:bodyPr/>
        <a:lstStyle/>
        <a:p>
          <a:endParaRPr lang="en-US"/>
        </a:p>
      </dgm:t>
    </dgm:pt>
    <dgm:pt modelId="{A0393A2C-8D92-4160-8AC4-3D5D6349ACC8}">
      <dgm:prSet/>
      <dgm:spPr/>
      <dgm:t>
        <a:bodyPr/>
        <a:lstStyle/>
        <a:p>
          <a:pPr>
            <a:defRPr cap="all"/>
          </a:pPr>
          <a:r>
            <a:rPr lang="en-US"/>
            <a:t>Growth opportunity: +$3.5M annual revenue with targeted improvements</a:t>
          </a:r>
        </a:p>
      </dgm:t>
    </dgm:pt>
    <dgm:pt modelId="{772C367A-D7E4-4CAA-AD1E-6986033C9698}" type="parTrans" cxnId="{BD1F9B3E-104A-4785-B175-B6FA46A2DAB7}">
      <dgm:prSet/>
      <dgm:spPr/>
      <dgm:t>
        <a:bodyPr/>
        <a:lstStyle/>
        <a:p>
          <a:endParaRPr lang="en-US"/>
        </a:p>
      </dgm:t>
    </dgm:pt>
    <dgm:pt modelId="{1F86A844-96C4-46AD-9C13-B414FC3346F7}" type="sibTrans" cxnId="{BD1F9B3E-104A-4785-B175-B6FA46A2DAB7}">
      <dgm:prSet/>
      <dgm:spPr/>
      <dgm:t>
        <a:bodyPr/>
        <a:lstStyle/>
        <a:p>
          <a:endParaRPr lang="en-US"/>
        </a:p>
      </dgm:t>
    </dgm:pt>
    <dgm:pt modelId="{B07A2AA9-48F1-456A-BB9F-9869AD8464DA}" type="pres">
      <dgm:prSet presAssocID="{18138A3D-098E-4055-B662-E0DD387BAD16}" presName="root" presStyleCnt="0">
        <dgm:presLayoutVars>
          <dgm:dir/>
          <dgm:resizeHandles val="exact"/>
        </dgm:presLayoutVars>
      </dgm:prSet>
      <dgm:spPr/>
    </dgm:pt>
    <dgm:pt modelId="{048EB359-C7E1-4A59-9B68-F9ABB982D2D6}" type="pres">
      <dgm:prSet presAssocID="{1A18A470-2E3F-4A9F-9689-CF970D0EA32F}" presName="compNode" presStyleCnt="0"/>
      <dgm:spPr/>
    </dgm:pt>
    <dgm:pt modelId="{230501D9-A9E0-465E-A338-B592927EBFB1}" type="pres">
      <dgm:prSet presAssocID="{1A18A470-2E3F-4A9F-9689-CF970D0EA32F}" presName="iconBgRect" presStyleLbl="bgShp" presStyleIdx="0" presStyleCnt="5"/>
      <dgm:spPr/>
    </dgm:pt>
    <dgm:pt modelId="{302D465C-A521-42E1-BE06-2818E982D07C}" type="pres">
      <dgm:prSet presAssocID="{1A18A470-2E3F-4A9F-9689-CF970D0EA32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006721E-B716-4B94-81A6-CEBA725C8897}" type="pres">
      <dgm:prSet presAssocID="{1A18A470-2E3F-4A9F-9689-CF970D0EA32F}" presName="spaceRect" presStyleCnt="0"/>
      <dgm:spPr/>
    </dgm:pt>
    <dgm:pt modelId="{5AC14D4A-702D-483B-9837-CFCAF598607C}" type="pres">
      <dgm:prSet presAssocID="{1A18A470-2E3F-4A9F-9689-CF970D0EA32F}" presName="textRect" presStyleLbl="revTx" presStyleIdx="0" presStyleCnt="5">
        <dgm:presLayoutVars>
          <dgm:chMax val="1"/>
          <dgm:chPref val="1"/>
        </dgm:presLayoutVars>
      </dgm:prSet>
      <dgm:spPr/>
    </dgm:pt>
    <dgm:pt modelId="{F64AAFAC-ADBD-4264-AEB3-E58F20C894FA}" type="pres">
      <dgm:prSet presAssocID="{A7D02B03-04D7-4923-A27E-02BE19C58B37}" presName="sibTrans" presStyleCnt="0"/>
      <dgm:spPr/>
    </dgm:pt>
    <dgm:pt modelId="{087D49ED-C911-4DF2-AF2D-AB7D54D82384}" type="pres">
      <dgm:prSet presAssocID="{A28B3312-00D5-457B-B05C-48911EA8B5B7}" presName="compNode" presStyleCnt="0"/>
      <dgm:spPr/>
    </dgm:pt>
    <dgm:pt modelId="{C0D49210-7753-49E4-81D8-0BA2306D4989}" type="pres">
      <dgm:prSet presAssocID="{A28B3312-00D5-457B-B05C-48911EA8B5B7}" presName="iconBgRect" presStyleLbl="bgShp" presStyleIdx="1" presStyleCnt="5"/>
      <dgm:spPr/>
    </dgm:pt>
    <dgm:pt modelId="{45E4CF63-D033-449A-B427-50AE05FD884F}" type="pres">
      <dgm:prSet presAssocID="{A28B3312-00D5-457B-B05C-48911EA8B5B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FF31DC2F-DB44-480C-9AB4-783C1219276E}" type="pres">
      <dgm:prSet presAssocID="{A28B3312-00D5-457B-B05C-48911EA8B5B7}" presName="spaceRect" presStyleCnt="0"/>
      <dgm:spPr/>
    </dgm:pt>
    <dgm:pt modelId="{BEBC45D3-6BC5-4288-9622-A332301DF0B8}" type="pres">
      <dgm:prSet presAssocID="{A28B3312-00D5-457B-B05C-48911EA8B5B7}" presName="textRect" presStyleLbl="revTx" presStyleIdx="1" presStyleCnt="5">
        <dgm:presLayoutVars>
          <dgm:chMax val="1"/>
          <dgm:chPref val="1"/>
        </dgm:presLayoutVars>
      </dgm:prSet>
      <dgm:spPr/>
    </dgm:pt>
    <dgm:pt modelId="{29EB9065-F3AC-4D0A-B860-DDEB5ABB7C4D}" type="pres">
      <dgm:prSet presAssocID="{9261E0EB-B24B-4561-AAA7-FF4A56A23A02}" presName="sibTrans" presStyleCnt="0"/>
      <dgm:spPr/>
    </dgm:pt>
    <dgm:pt modelId="{CBB198D5-E376-4C55-8ADB-9794BA4DF23A}" type="pres">
      <dgm:prSet presAssocID="{8258EB26-FEBD-4A61-B2D1-9FF5757B1F2B}" presName="compNode" presStyleCnt="0"/>
      <dgm:spPr/>
    </dgm:pt>
    <dgm:pt modelId="{7D087B36-A6C6-4955-810C-A8B1A440FAC6}" type="pres">
      <dgm:prSet presAssocID="{8258EB26-FEBD-4A61-B2D1-9FF5757B1F2B}" presName="iconBgRect" presStyleLbl="bgShp" presStyleIdx="2" presStyleCnt="5"/>
      <dgm:spPr/>
    </dgm:pt>
    <dgm:pt modelId="{956003E9-95EF-4FFB-B09D-0CF953E455FE}" type="pres">
      <dgm:prSet presAssocID="{8258EB26-FEBD-4A61-B2D1-9FF5757B1F2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2D02D79E-C44B-4C62-9412-3421AC7C570D}" type="pres">
      <dgm:prSet presAssocID="{8258EB26-FEBD-4A61-B2D1-9FF5757B1F2B}" presName="spaceRect" presStyleCnt="0"/>
      <dgm:spPr/>
    </dgm:pt>
    <dgm:pt modelId="{C9A59EED-3492-4B11-8E72-9D8650FF8D58}" type="pres">
      <dgm:prSet presAssocID="{8258EB26-FEBD-4A61-B2D1-9FF5757B1F2B}" presName="textRect" presStyleLbl="revTx" presStyleIdx="2" presStyleCnt="5">
        <dgm:presLayoutVars>
          <dgm:chMax val="1"/>
          <dgm:chPref val="1"/>
        </dgm:presLayoutVars>
      </dgm:prSet>
      <dgm:spPr/>
    </dgm:pt>
    <dgm:pt modelId="{42503C05-00CB-4680-AB6C-C3AA20144D90}" type="pres">
      <dgm:prSet presAssocID="{077F5675-DEFE-4EC5-9528-4682918E2453}" presName="sibTrans" presStyleCnt="0"/>
      <dgm:spPr/>
    </dgm:pt>
    <dgm:pt modelId="{1E417999-76D2-4C75-890B-FCE8742831B2}" type="pres">
      <dgm:prSet presAssocID="{73040DC5-838A-4832-B24C-5C5C78FACBA2}" presName="compNode" presStyleCnt="0"/>
      <dgm:spPr/>
    </dgm:pt>
    <dgm:pt modelId="{A3C39E3D-FE47-4E49-A1E1-D5F78D0BE0D1}" type="pres">
      <dgm:prSet presAssocID="{73040DC5-838A-4832-B24C-5C5C78FACBA2}" presName="iconBgRect" presStyleLbl="bgShp" presStyleIdx="3" presStyleCnt="5"/>
      <dgm:spPr/>
    </dgm:pt>
    <dgm:pt modelId="{6A29DF29-E7A8-42EC-8F23-B4FA91A967B6}" type="pres">
      <dgm:prSet presAssocID="{73040DC5-838A-4832-B24C-5C5C78FACBA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9294A23-3E54-4327-A81D-46DF2E8D1B62}" type="pres">
      <dgm:prSet presAssocID="{73040DC5-838A-4832-B24C-5C5C78FACBA2}" presName="spaceRect" presStyleCnt="0"/>
      <dgm:spPr/>
    </dgm:pt>
    <dgm:pt modelId="{D6DE3BF5-FB28-446B-8A1C-CCE0710B8DF3}" type="pres">
      <dgm:prSet presAssocID="{73040DC5-838A-4832-B24C-5C5C78FACBA2}" presName="textRect" presStyleLbl="revTx" presStyleIdx="3" presStyleCnt="5">
        <dgm:presLayoutVars>
          <dgm:chMax val="1"/>
          <dgm:chPref val="1"/>
        </dgm:presLayoutVars>
      </dgm:prSet>
      <dgm:spPr/>
    </dgm:pt>
    <dgm:pt modelId="{6B5186FC-E76D-4BD6-B874-9ED8117A212B}" type="pres">
      <dgm:prSet presAssocID="{80C292B5-0CE5-47C8-8191-225BBEA2D1CB}" presName="sibTrans" presStyleCnt="0"/>
      <dgm:spPr/>
    </dgm:pt>
    <dgm:pt modelId="{E7609FA4-0F5C-4859-8F36-4CEE4BF50139}" type="pres">
      <dgm:prSet presAssocID="{A0393A2C-8D92-4160-8AC4-3D5D6349ACC8}" presName="compNode" presStyleCnt="0"/>
      <dgm:spPr/>
    </dgm:pt>
    <dgm:pt modelId="{E1BDE2B7-89DD-48A6-86B4-7AB6EDA98F3B}" type="pres">
      <dgm:prSet presAssocID="{A0393A2C-8D92-4160-8AC4-3D5D6349ACC8}" presName="iconBgRect" presStyleLbl="bgShp" presStyleIdx="4" presStyleCnt="5"/>
      <dgm:spPr/>
    </dgm:pt>
    <dgm:pt modelId="{4EAE3966-7F37-49E0-AAE3-B116EFFA1C80}" type="pres">
      <dgm:prSet presAssocID="{A0393A2C-8D92-4160-8AC4-3D5D6349ACC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D3715C6-291B-4D70-A4FF-6DCCBDD3DE77}" type="pres">
      <dgm:prSet presAssocID="{A0393A2C-8D92-4160-8AC4-3D5D6349ACC8}" presName="spaceRect" presStyleCnt="0"/>
      <dgm:spPr/>
    </dgm:pt>
    <dgm:pt modelId="{A76FC10A-D0B6-41FC-9F59-84A880700A90}" type="pres">
      <dgm:prSet presAssocID="{A0393A2C-8D92-4160-8AC4-3D5D6349ACC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9328810-C3FA-4D20-9630-5BF81657A169}" type="presOf" srcId="{A0393A2C-8D92-4160-8AC4-3D5D6349ACC8}" destId="{A76FC10A-D0B6-41FC-9F59-84A880700A90}" srcOrd="0" destOrd="0" presId="urn:microsoft.com/office/officeart/2018/5/layout/IconCircleLabelList"/>
    <dgm:cxn modelId="{C65C7919-10D5-43E8-81A0-3C32198AFD8F}" srcId="{18138A3D-098E-4055-B662-E0DD387BAD16}" destId="{8258EB26-FEBD-4A61-B2D1-9FF5757B1F2B}" srcOrd="2" destOrd="0" parTransId="{33481B82-4ABE-4906-BFAE-2DBA0263ACEA}" sibTransId="{077F5675-DEFE-4EC5-9528-4682918E2453}"/>
    <dgm:cxn modelId="{7A2A603C-9CEB-429E-BB7E-2869BC3BD9D8}" type="presOf" srcId="{73040DC5-838A-4832-B24C-5C5C78FACBA2}" destId="{D6DE3BF5-FB28-446B-8A1C-CCE0710B8DF3}" srcOrd="0" destOrd="0" presId="urn:microsoft.com/office/officeart/2018/5/layout/IconCircleLabelList"/>
    <dgm:cxn modelId="{BD1F9B3E-104A-4785-B175-B6FA46A2DAB7}" srcId="{18138A3D-098E-4055-B662-E0DD387BAD16}" destId="{A0393A2C-8D92-4160-8AC4-3D5D6349ACC8}" srcOrd="4" destOrd="0" parTransId="{772C367A-D7E4-4CAA-AD1E-6986033C9698}" sibTransId="{1F86A844-96C4-46AD-9C13-B414FC3346F7}"/>
    <dgm:cxn modelId="{31388173-6F69-40A1-A6C1-5074268CE76C}" type="presOf" srcId="{8258EB26-FEBD-4A61-B2D1-9FF5757B1F2B}" destId="{C9A59EED-3492-4B11-8E72-9D8650FF8D58}" srcOrd="0" destOrd="0" presId="urn:microsoft.com/office/officeart/2018/5/layout/IconCircleLabelList"/>
    <dgm:cxn modelId="{1AA5D58E-792D-44B3-B3C1-54624BEEF531}" srcId="{18138A3D-098E-4055-B662-E0DD387BAD16}" destId="{1A18A470-2E3F-4A9F-9689-CF970D0EA32F}" srcOrd="0" destOrd="0" parTransId="{01067380-00D6-4E46-A98E-0AF5DDC329A7}" sibTransId="{A7D02B03-04D7-4923-A27E-02BE19C58B37}"/>
    <dgm:cxn modelId="{2FA3CBB7-CB97-4242-A700-7C304392C200}" type="presOf" srcId="{A28B3312-00D5-457B-B05C-48911EA8B5B7}" destId="{BEBC45D3-6BC5-4288-9622-A332301DF0B8}" srcOrd="0" destOrd="0" presId="urn:microsoft.com/office/officeart/2018/5/layout/IconCircleLabelList"/>
    <dgm:cxn modelId="{19FFD5C5-9292-48AC-A7AD-02AEC7F54864}" type="presOf" srcId="{18138A3D-098E-4055-B662-E0DD387BAD16}" destId="{B07A2AA9-48F1-456A-BB9F-9869AD8464DA}" srcOrd="0" destOrd="0" presId="urn:microsoft.com/office/officeart/2018/5/layout/IconCircleLabelList"/>
    <dgm:cxn modelId="{A79185D4-DB22-4B10-86F8-DE96E00D1F94}" srcId="{18138A3D-098E-4055-B662-E0DD387BAD16}" destId="{73040DC5-838A-4832-B24C-5C5C78FACBA2}" srcOrd="3" destOrd="0" parTransId="{10BDFF55-89D2-4146-B9D7-CCD9BE538589}" sibTransId="{80C292B5-0CE5-47C8-8191-225BBEA2D1CB}"/>
    <dgm:cxn modelId="{2F7964DC-C349-4AC2-8093-CBA31C7F031D}" type="presOf" srcId="{1A18A470-2E3F-4A9F-9689-CF970D0EA32F}" destId="{5AC14D4A-702D-483B-9837-CFCAF598607C}" srcOrd="0" destOrd="0" presId="urn:microsoft.com/office/officeart/2018/5/layout/IconCircleLabelList"/>
    <dgm:cxn modelId="{E314BCFD-792B-4E06-B8CB-BD6283373269}" srcId="{18138A3D-098E-4055-B662-E0DD387BAD16}" destId="{A28B3312-00D5-457B-B05C-48911EA8B5B7}" srcOrd="1" destOrd="0" parTransId="{948961EF-6E02-47CC-82EC-F9712A236683}" sibTransId="{9261E0EB-B24B-4561-AAA7-FF4A56A23A02}"/>
    <dgm:cxn modelId="{08D53C6E-FAF1-4037-A7ED-90F88A538C4B}" type="presParOf" srcId="{B07A2AA9-48F1-456A-BB9F-9869AD8464DA}" destId="{048EB359-C7E1-4A59-9B68-F9ABB982D2D6}" srcOrd="0" destOrd="0" presId="urn:microsoft.com/office/officeart/2018/5/layout/IconCircleLabelList"/>
    <dgm:cxn modelId="{41D740A6-FD2A-48DA-BA7A-FB5971F14CD5}" type="presParOf" srcId="{048EB359-C7E1-4A59-9B68-F9ABB982D2D6}" destId="{230501D9-A9E0-465E-A338-B592927EBFB1}" srcOrd="0" destOrd="0" presId="urn:microsoft.com/office/officeart/2018/5/layout/IconCircleLabelList"/>
    <dgm:cxn modelId="{0A11111E-E054-45FF-860B-B8D2AE73E9C1}" type="presParOf" srcId="{048EB359-C7E1-4A59-9B68-F9ABB982D2D6}" destId="{302D465C-A521-42E1-BE06-2818E982D07C}" srcOrd="1" destOrd="0" presId="urn:microsoft.com/office/officeart/2018/5/layout/IconCircleLabelList"/>
    <dgm:cxn modelId="{D7F05F10-6C9F-4887-8B8A-0F807F00BE29}" type="presParOf" srcId="{048EB359-C7E1-4A59-9B68-F9ABB982D2D6}" destId="{1006721E-B716-4B94-81A6-CEBA725C8897}" srcOrd="2" destOrd="0" presId="urn:microsoft.com/office/officeart/2018/5/layout/IconCircleLabelList"/>
    <dgm:cxn modelId="{9E3961B9-44DC-4796-AB55-38BC181548AF}" type="presParOf" srcId="{048EB359-C7E1-4A59-9B68-F9ABB982D2D6}" destId="{5AC14D4A-702D-483B-9837-CFCAF598607C}" srcOrd="3" destOrd="0" presId="urn:microsoft.com/office/officeart/2018/5/layout/IconCircleLabelList"/>
    <dgm:cxn modelId="{E1C29F55-7E2B-4AF4-91F1-43921643FAEC}" type="presParOf" srcId="{B07A2AA9-48F1-456A-BB9F-9869AD8464DA}" destId="{F64AAFAC-ADBD-4264-AEB3-E58F20C894FA}" srcOrd="1" destOrd="0" presId="urn:microsoft.com/office/officeart/2018/5/layout/IconCircleLabelList"/>
    <dgm:cxn modelId="{16E7012D-43CF-4A66-AC06-3B826347D37F}" type="presParOf" srcId="{B07A2AA9-48F1-456A-BB9F-9869AD8464DA}" destId="{087D49ED-C911-4DF2-AF2D-AB7D54D82384}" srcOrd="2" destOrd="0" presId="urn:microsoft.com/office/officeart/2018/5/layout/IconCircleLabelList"/>
    <dgm:cxn modelId="{6322B5C4-89FA-4EBE-A006-4D9136DBEDB0}" type="presParOf" srcId="{087D49ED-C911-4DF2-AF2D-AB7D54D82384}" destId="{C0D49210-7753-49E4-81D8-0BA2306D4989}" srcOrd="0" destOrd="0" presId="urn:microsoft.com/office/officeart/2018/5/layout/IconCircleLabelList"/>
    <dgm:cxn modelId="{628983F9-A007-4FD2-9031-45D354A5AFAD}" type="presParOf" srcId="{087D49ED-C911-4DF2-AF2D-AB7D54D82384}" destId="{45E4CF63-D033-449A-B427-50AE05FD884F}" srcOrd="1" destOrd="0" presId="urn:microsoft.com/office/officeart/2018/5/layout/IconCircleLabelList"/>
    <dgm:cxn modelId="{305D41CC-2897-429A-AC85-D7E7CE2DE213}" type="presParOf" srcId="{087D49ED-C911-4DF2-AF2D-AB7D54D82384}" destId="{FF31DC2F-DB44-480C-9AB4-783C1219276E}" srcOrd="2" destOrd="0" presId="urn:microsoft.com/office/officeart/2018/5/layout/IconCircleLabelList"/>
    <dgm:cxn modelId="{A919C135-0026-4B1E-AE0B-AF8C769CD1AD}" type="presParOf" srcId="{087D49ED-C911-4DF2-AF2D-AB7D54D82384}" destId="{BEBC45D3-6BC5-4288-9622-A332301DF0B8}" srcOrd="3" destOrd="0" presId="urn:microsoft.com/office/officeart/2018/5/layout/IconCircleLabelList"/>
    <dgm:cxn modelId="{AC8F9AA4-13D6-48C9-B3E9-718210A1A8BD}" type="presParOf" srcId="{B07A2AA9-48F1-456A-BB9F-9869AD8464DA}" destId="{29EB9065-F3AC-4D0A-B860-DDEB5ABB7C4D}" srcOrd="3" destOrd="0" presId="urn:microsoft.com/office/officeart/2018/5/layout/IconCircleLabelList"/>
    <dgm:cxn modelId="{7626BEFB-C079-46A2-A15D-74BC14C455E2}" type="presParOf" srcId="{B07A2AA9-48F1-456A-BB9F-9869AD8464DA}" destId="{CBB198D5-E376-4C55-8ADB-9794BA4DF23A}" srcOrd="4" destOrd="0" presId="urn:microsoft.com/office/officeart/2018/5/layout/IconCircleLabelList"/>
    <dgm:cxn modelId="{658760A6-A59C-4638-9823-A8E94C08EC7C}" type="presParOf" srcId="{CBB198D5-E376-4C55-8ADB-9794BA4DF23A}" destId="{7D087B36-A6C6-4955-810C-A8B1A440FAC6}" srcOrd="0" destOrd="0" presId="urn:microsoft.com/office/officeart/2018/5/layout/IconCircleLabelList"/>
    <dgm:cxn modelId="{BBB52C77-356E-471D-8C24-6173C6990931}" type="presParOf" srcId="{CBB198D5-E376-4C55-8ADB-9794BA4DF23A}" destId="{956003E9-95EF-4FFB-B09D-0CF953E455FE}" srcOrd="1" destOrd="0" presId="urn:microsoft.com/office/officeart/2018/5/layout/IconCircleLabelList"/>
    <dgm:cxn modelId="{1127B2EA-6614-46F3-AD61-3CC2C71A4C20}" type="presParOf" srcId="{CBB198D5-E376-4C55-8ADB-9794BA4DF23A}" destId="{2D02D79E-C44B-4C62-9412-3421AC7C570D}" srcOrd="2" destOrd="0" presId="urn:microsoft.com/office/officeart/2018/5/layout/IconCircleLabelList"/>
    <dgm:cxn modelId="{D97B7735-3C32-4104-BB33-4C2794A879A0}" type="presParOf" srcId="{CBB198D5-E376-4C55-8ADB-9794BA4DF23A}" destId="{C9A59EED-3492-4B11-8E72-9D8650FF8D58}" srcOrd="3" destOrd="0" presId="urn:microsoft.com/office/officeart/2018/5/layout/IconCircleLabelList"/>
    <dgm:cxn modelId="{6FE98085-E6AA-4D54-A51B-9EB59FE5794A}" type="presParOf" srcId="{B07A2AA9-48F1-456A-BB9F-9869AD8464DA}" destId="{42503C05-00CB-4680-AB6C-C3AA20144D90}" srcOrd="5" destOrd="0" presId="urn:microsoft.com/office/officeart/2018/5/layout/IconCircleLabelList"/>
    <dgm:cxn modelId="{DAAFABE4-C5F4-4C86-8A3C-268AABD5B64B}" type="presParOf" srcId="{B07A2AA9-48F1-456A-BB9F-9869AD8464DA}" destId="{1E417999-76D2-4C75-890B-FCE8742831B2}" srcOrd="6" destOrd="0" presId="urn:microsoft.com/office/officeart/2018/5/layout/IconCircleLabelList"/>
    <dgm:cxn modelId="{B38F9F80-83CB-43AF-8AF5-E22BFBFC6B2C}" type="presParOf" srcId="{1E417999-76D2-4C75-890B-FCE8742831B2}" destId="{A3C39E3D-FE47-4E49-A1E1-D5F78D0BE0D1}" srcOrd="0" destOrd="0" presId="urn:microsoft.com/office/officeart/2018/5/layout/IconCircleLabelList"/>
    <dgm:cxn modelId="{E7D91342-714D-4F20-BDE6-873C4AF7EF55}" type="presParOf" srcId="{1E417999-76D2-4C75-890B-FCE8742831B2}" destId="{6A29DF29-E7A8-42EC-8F23-B4FA91A967B6}" srcOrd="1" destOrd="0" presId="urn:microsoft.com/office/officeart/2018/5/layout/IconCircleLabelList"/>
    <dgm:cxn modelId="{14BA8008-BF18-4E85-81D0-3CE509594A53}" type="presParOf" srcId="{1E417999-76D2-4C75-890B-FCE8742831B2}" destId="{19294A23-3E54-4327-A81D-46DF2E8D1B62}" srcOrd="2" destOrd="0" presId="urn:microsoft.com/office/officeart/2018/5/layout/IconCircleLabelList"/>
    <dgm:cxn modelId="{9985DF5C-2624-4EF6-B1A9-492042F1064D}" type="presParOf" srcId="{1E417999-76D2-4C75-890B-FCE8742831B2}" destId="{D6DE3BF5-FB28-446B-8A1C-CCE0710B8DF3}" srcOrd="3" destOrd="0" presId="urn:microsoft.com/office/officeart/2018/5/layout/IconCircleLabelList"/>
    <dgm:cxn modelId="{208623F1-E75A-4AD1-8378-61CAC77F2523}" type="presParOf" srcId="{B07A2AA9-48F1-456A-BB9F-9869AD8464DA}" destId="{6B5186FC-E76D-4BD6-B874-9ED8117A212B}" srcOrd="7" destOrd="0" presId="urn:microsoft.com/office/officeart/2018/5/layout/IconCircleLabelList"/>
    <dgm:cxn modelId="{8BB37737-DE45-4EF1-913E-F192429D24F5}" type="presParOf" srcId="{B07A2AA9-48F1-456A-BB9F-9869AD8464DA}" destId="{E7609FA4-0F5C-4859-8F36-4CEE4BF50139}" srcOrd="8" destOrd="0" presId="urn:microsoft.com/office/officeart/2018/5/layout/IconCircleLabelList"/>
    <dgm:cxn modelId="{3F23145D-493D-4A45-82C6-1CF4BAC4D0BB}" type="presParOf" srcId="{E7609FA4-0F5C-4859-8F36-4CEE4BF50139}" destId="{E1BDE2B7-89DD-48A6-86B4-7AB6EDA98F3B}" srcOrd="0" destOrd="0" presId="urn:microsoft.com/office/officeart/2018/5/layout/IconCircleLabelList"/>
    <dgm:cxn modelId="{9D9CF43A-F65E-4514-8D7B-48AC0D644898}" type="presParOf" srcId="{E7609FA4-0F5C-4859-8F36-4CEE4BF50139}" destId="{4EAE3966-7F37-49E0-AAE3-B116EFFA1C80}" srcOrd="1" destOrd="0" presId="urn:microsoft.com/office/officeart/2018/5/layout/IconCircleLabelList"/>
    <dgm:cxn modelId="{072A504E-D1AD-4457-BBCE-F6E35F31C3C7}" type="presParOf" srcId="{E7609FA4-0F5C-4859-8F36-4CEE4BF50139}" destId="{CD3715C6-291B-4D70-A4FF-6DCCBDD3DE77}" srcOrd="2" destOrd="0" presId="urn:microsoft.com/office/officeart/2018/5/layout/IconCircleLabelList"/>
    <dgm:cxn modelId="{217058DB-2F8A-4CC5-954F-F27F16C04648}" type="presParOf" srcId="{E7609FA4-0F5C-4859-8F36-4CEE4BF50139}" destId="{A76FC10A-D0B6-41FC-9F59-84A880700A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AF5B1F-E77E-489D-AEAB-A2DB8150EF50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C8F2498-0FB9-45FE-910D-6305CCFE317C}">
      <dgm:prSet/>
      <dgm:spPr/>
      <dgm:t>
        <a:bodyPr/>
        <a:lstStyle/>
        <a:p>
          <a:r>
            <a:rPr lang="en-US"/>
            <a:t>Building the Model</a:t>
          </a:r>
        </a:p>
      </dgm:t>
    </dgm:pt>
    <dgm:pt modelId="{67A7E51B-F150-48C9-B645-F1E578F921B2}" type="parTrans" cxnId="{4D2FB386-FF35-480D-BC0F-435E409D0512}">
      <dgm:prSet/>
      <dgm:spPr/>
      <dgm:t>
        <a:bodyPr/>
        <a:lstStyle/>
        <a:p>
          <a:endParaRPr lang="en-US"/>
        </a:p>
      </dgm:t>
    </dgm:pt>
    <dgm:pt modelId="{8ACAFAE5-2BA1-499F-BE67-0878A26D2125}" type="sibTrans" cxnId="{4D2FB386-FF35-480D-BC0F-435E409D0512}">
      <dgm:prSet/>
      <dgm:spPr/>
      <dgm:t>
        <a:bodyPr/>
        <a:lstStyle/>
        <a:p>
          <a:endParaRPr lang="en-US"/>
        </a:p>
      </dgm:t>
    </dgm:pt>
    <dgm:pt modelId="{0AFBDB77-9673-44FF-8940-684513E5AEC7}">
      <dgm:prSet/>
      <dgm:spPr/>
      <dgm:t>
        <a:bodyPr/>
        <a:lstStyle/>
        <a:p>
          <a:r>
            <a:rPr lang="en-US"/>
            <a:t>Dataset: 330 U.S. ski resorts → cleaned to 277.</a:t>
          </a:r>
        </a:p>
      </dgm:t>
    </dgm:pt>
    <dgm:pt modelId="{69F7B357-5498-4D8D-8AC6-2490AD91D5E8}" type="parTrans" cxnId="{86BE551E-FAAA-4EF9-AD29-A9800E7BF29A}">
      <dgm:prSet/>
      <dgm:spPr/>
      <dgm:t>
        <a:bodyPr/>
        <a:lstStyle/>
        <a:p>
          <a:endParaRPr lang="en-US"/>
        </a:p>
      </dgm:t>
    </dgm:pt>
    <dgm:pt modelId="{398D7ED4-6803-4EAF-BB5F-24F942A035FE}" type="sibTrans" cxnId="{86BE551E-FAAA-4EF9-AD29-A9800E7BF29A}">
      <dgm:prSet/>
      <dgm:spPr/>
      <dgm:t>
        <a:bodyPr/>
        <a:lstStyle/>
        <a:p>
          <a:endParaRPr lang="en-US"/>
        </a:p>
      </dgm:t>
    </dgm:pt>
    <dgm:pt modelId="{ECC87B36-10BA-4C79-8D22-115BA3F3C4AC}">
      <dgm:prSet/>
      <dgm:spPr/>
      <dgm:t>
        <a:bodyPr/>
        <a:lstStyle/>
        <a:p>
          <a:r>
            <a:rPr lang="en-US"/>
            <a:t>Target: </a:t>
          </a:r>
          <a:r>
            <a:rPr lang="en-US" b="1"/>
            <a:t>AdultWeekend price</a:t>
          </a:r>
          <a:r>
            <a:rPr lang="en-US"/>
            <a:t>.</a:t>
          </a:r>
        </a:p>
      </dgm:t>
    </dgm:pt>
    <dgm:pt modelId="{AAC6CE8E-AD9A-4869-817C-0B5C13210E41}" type="parTrans" cxnId="{0FDFF65F-3098-4321-9B7D-5127C8BF7506}">
      <dgm:prSet/>
      <dgm:spPr/>
      <dgm:t>
        <a:bodyPr/>
        <a:lstStyle/>
        <a:p>
          <a:endParaRPr lang="en-US"/>
        </a:p>
      </dgm:t>
    </dgm:pt>
    <dgm:pt modelId="{EE77A011-2E3C-4DA7-97D8-F5B38D47AABF}" type="sibTrans" cxnId="{0FDFF65F-3098-4321-9B7D-5127C8BF7506}">
      <dgm:prSet/>
      <dgm:spPr/>
      <dgm:t>
        <a:bodyPr/>
        <a:lstStyle/>
        <a:p>
          <a:endParaRPr lang="en-US"/>
        </a:p>
      </dgm:t>
    </dgm:pt>
    <dgm:pt modelId="{BDDDCD83-E0FE-49B1-A27D-AD710B898083}">
      <dgm:prSet/>
      <dgm:spPr/>
      <dgm:t>
        <a:bodyPr/>
        <a:lstStyle/>
        <a:p>
          <a:r>
            <a:rPr lang="en-US"/>
            <a:t>Preprocessing: missing value imputation, scaling, feature selection.</a:t>
          </a:r>
        </a:p>
      </dgm:t>
    </dgm:pt>
    <dgm:pt modelId="{1270CCFD-EEFF-4AE0-80C9-62EF192A9C1A}" type="parTrans" cxnId="{037843B3-FE89-42CB-A881-1D5CE9403366}">
      <dgm:prSet/>
      <dgm:spPr/>
      <dgm:t>
        <a:bodyPr/>
        <a:lstStyle/>
        <a:p>
          <a:endParaRPr lang="en-US"/>
        </a:p>
      </dgm:t>
    </dgm:pt>
    <dgm:pt modelId="{3A2E15BD-9ADE-409B-89FE-DA9393380A59}" type="sibTrans" cxnId="{037843B3-FE89-42CB-A881-1D5CE9403366}">
      <dgm:prSet/>
      <dgm:spPr/>
      <dgm:t>
        <a:bodyPr/>
        <a:lstStyle/>
        <a:p>
          <a:endParaRPr lang="en-US"/>
        </a:p>
      </dgm:t>
    </dgm:pt>
    <dgm:pt modelId="{B8B77CD2-D347-48C4-9984-E0E8B25D26A0}">
      <dgm:prSet/>
      <dgm:spPr/>
      <dgm:t>
        <a:bodyPr/>
        <a:lstStyle/>
        <a:p>
          <a:r>
            <a:rPr lang="en-US"/>
            <a:t>Models tested: Baseline, Linear Regression, Random Forest.</a:t>
          </a:r>
        </a:p>
      </dgm:t>
    </dgm:pt>
    <dgm:pt modelId="{9CD000A6-EC43-4F66-BA6C-72B164FBF112}" type="parTrans" cxnId="{6295416E-0BD4-4B9A-A735-8A3C95F29C21}">
      <dgm:prSet/>
      <dgm:spPr/>
      <dgm:t>
        <a:bodyPr/>
        <a:lstStyle/>
        <a:p>
          <a:endParaRPr lang="en-US"/>
        </a:p>
      </dgm:t>
    </dgm:pt>
    <dgm:pt modelId="{DDAD7273-C261-4306-8C80-4FC6193B1FEC}" type="sibTrans" cxnId="{6295416E-0BD4-4B9A-A735-8A3C95F29C21}">
      <dgm:prSet/>
      <dgm:spPr/>
      <dgm:t>
        <a:bodyPr/>
        <a:lstStyle/>
        <a:p>
          <a:endParaRPr lang="en-US"/>
        </a:p>
      </dgm:t>
    </dgm:pt>
    <dgm:pt modelId="{B531915B-2826-4505-A08E-B2DDE25D030B}" type="pres">
      <dgm:prSet presAssocID="{D1AF5B1F-E77E-489D-AEAB-A2DB8150EF50}" presName="Name0" presStyleCnt="0">
        <dgm:presLayoutVars>
          <dgm:dir/>
          <dgm:animLvl val="lvl"/>
          <dgm:resizeHandles val="exact"/>
        </dgm:presLayoutVars>
      </dgm:prSet>
      <dgm:spPr/>
    </dgm:pt>
    <dgm:pt modelId="{2D109147-D9FD-443B-B303-B75C965CE10C}" type="pres">
      <dgm:prSet presAssocID="{2C8F2498-0FB9-45FE-910D-6305CCFE317C}" presName="linNode" presStyleCnt="0"/>
      <dgm:spPr/>
    </dgm:pt>
    <dgm:pt modelId="{18771C40-CEEC-4BD9-B1D3-85A1CCA681CF}" type="pres">
      <dgm:prSet presAssocID="{2C8F2498-0FB9-45FE-910D-6305CCFE317C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04F2D48F-B60D-49B4-9F34-139018BA1241}" type="pres">
      <dgm:prSet presAssocID="{8ACAFAE5-2BA1-499F-BE67-0878A26D2125}" presName="sp" presStyleCnt="0"/>
      <dgm:spPr/>
    </dgm:pt>
    <dgm:pt modelId="{81D54812-347D-4D8E-BEBC-8B35BFC30E96}" type="pres">
      <dgm:prSet presAssocID="{0AFBDB77-9673-44FF-8940-684513E5AEC7}" presName="linNode" presStyleCnt="0"/>
      <dgm:spPr/>
    </dgm:pt>
    <dgm:pt modelId="{8324E1EC-4BD6-45A8-AEFE-44657958C7EF}" type="pres">
      <dgm:prSet presAssocID="{0AFBDB77-9673-44FF-8940-684513E5AEC7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522F8796-2DA0-4C4A-B747-3C6204E803C0}" type="pres">
      <dgm:prSet presAssocID="{398D7ED4-6803-4EAF-BB5F-24F942A035FE}" presName="sp" presStyleCnt="0"/>
      <dgm:spPr/>
    </dgm:pt>
    <dgm:pt modelId="{CED2FAB8-1AF4-4A7F-AC1B-C258E5D5697C}" type="pres">
      <dgm:prSet presAssocID="{ECC87B36-10BA-4C79-8D22-115BA3F3C4AC}" presName="linNode" presStyleCnt="0"/>
      <dgm:spPr/>
    </dgm:pt>
    <dgm:pt modelId="{6BC98FBA-64CD-44F4-BEA5-E6AEB294AEC6}" type="pres">
      <dgm:prSet presAssocID="{ECC87B36-10BA-4C79-8D22-115BA3F3C4AC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969A9635-0ABE-4FB7-B97E-9020E7EDE537}" type="pres">
      <dgm:prSet presAssocID="{EE77A011-2E3C-4DA7-97D8-F5B38D47AABF}" presName="sp" presStyleCnt="0"/>
      <dgm:spPr/>
    </dgm:pt>
    <dgm:pt modelId="{BBDDC3A8-51C7-41E4-A413-E6C7152C168C}" type="pres">
      <dgm:prSet presAssocID="{BDDDCD83-E0FE-49B1-A27D-AD710B898083}" presName="linNode" presStyleCnt="0"/>
      <dgm:spPr/>
    </dgm:pt>
    <dgm:pt modelId="{2F85605C-CE3B-440A-A084-162EDDC5EEAB}" type="pres">
      <dgm:prSet presAssocID="{BDDDCD83-E0FE-49B1-A27D-AD710B898083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A9CDC031-BCCF-4A9B-ABF2-798001636E5C}" type="pres">
      <dgm:prSet presAssocID="{3A2E15BD-9ADE-409B-89FE-DA9393380A59}" presName="sp" presStyleCnt="0"/>
      <dgm:spPr/>
    </dgm:pt>
    <dgm:pt modelId="{9147D31D-4A70-4B4F-86E9-81EED4A4C1CA}" type="pres">
      <dgm:prSet presAssocID="{B8B77CD2-D347-48C4-9984-E0E8B25D26A0}" presName="linNode" presStyleCnt="0"/>
      <dgm:spPr/>
    </dgm:pt>
    <dgm:pt modelId="{9425E7AC-4F1D-43BF-AFF1-12D9FFE76017}" type="pres">
      <dgm:prSet presAssocID="{B8B77CD2-D347-48C4-9984-E0E8B25D26A0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86BE551E-FAAA-4EF9-AD29-A9800E7BF29A}" srcId="{D1AF5B1F-E77E-489D-AEAB-A2DB8150EF50}" destId="{0AFBDB77-9673-44FF-8940-684513E5AEC7}" srcOrd="1" destOrd="0" parTransId="{69F7B357-5498-4D8D-8AC6-2490AD91D5E8}" sibTransId="{398D7ED4-6803-4EAF-BB5F-24F942A035FE}"/>
    <dgm:cxn modelId="{93493636-221F-4A3F-AC56-4F5F7B1BE9D9}" type="presOf" srcId="{ECC87B36-10BA-4C79-8D22-115BA3F3C4AC}" destId="{6BC98FBA-64CD-44F4-BEA5-E6AEB294AEC6}" srcOrd="0" destOrd="0" presId="urn:microsoft.com/office/officeart/2005/8/layout/vList5"/>
    <dgm:cxn modelId="{0FDFF65F-3098-4321-9B7D-5127C8BF7506}" srcId="{D1AF5B1F-E77E-489D-AEAB-A2DB8150EF50}" destId="{ECC87B36-10BA-4C79-8D22-115BA3F3C4AC}" srcOrd="2" destOrd="0" parTransId="{AAC6CE8E-AD9A-4869-817C-0B5C13210E41}" sibTransId="{EE77A011-2E3C-4DA7-97D8-F5B38D47AABF}"/>
    <dgm:cxn modelId="{6295416E-0BD4-4B9A-A735-8A3C95F29C21}" srcId="{D1AF5B1F-E77E-489D-AEAB-A2DB8150EF50}" destId="{B8B77CD2-D347-48C4-9984-E0E8B25D26A0}" srcOrd="4" destOrd="0" parTransId="{9CD000A6-EC43-4F66-BA6C-72B164FBF112}" sibTransId="{DDAD7273-C261-4306-8C80-4FC6193B1FEC}"/>
    <dgm:cxn modelId="{13B27583-027C-46DF-827B-8C140F001405}" type="presOf" srcId="{0AFBDB77-9673-44FF-8940-684513E5AEC7}" destId="{8324E1EC-4BD6-45A8-AEFE-44657958C7EF}" srcOrd="0" destOrd="0" presId="urn:microsoft.com/office/officeart/2005/8/layout/vList5"/>
    <dgm:cxn modelId="{4D2FB386-FF35-480D-BC0F-435E409D0512}" srcId="{D1AF5B1F-E77E-489D-AEAB-A2DB8150EF50}" destId="{2C8F2498-0FB9-45FE-910D-6305CCFE317C}" srcOrd="0" destOrd="0" parTransId="{67A7E51B-F150-48C9-B645-F1E578F921B2}" sibTransId="{8ACAFAE5-2BA1-499F-BE67-0878A26D2125}"/>
    <dgm:cxn modelId="{6A1D0BA2-AE2F-4964-9A49-167DF2113CD1}" type="presOf" srcId="{D1AF5B1F-E77E-489D-AEAB-A2DB8150EF50}" destId="{B531915B-2826-4505-A08E-B2DDE25D030B}" srcOrd="0" destOrd="0" presId="urn:microsoft.com/office/officeart/2005/8/layout/vList5"/>
    <dgm:cxn modelId="{C98C43A7-17F1-49ED-96E9-5609CC7452D4}" type="presOf" srcId="{BDDDCD83-E0FE-49B1-A27D-AD710B898083}" destId="{2F85605C-CE3B-440A-A084-162EDDC5EEAB}" srcOrd="0" destOrd="0" presId="urn:microsoft.com/office/officeart/2005/8/layout/vList5"/>
    <dgm:cxn modelId="{037843B3-FE89-42CB-A881-1D5CE9403366}" srcId="{D1AF5B1F-E77E-489D-AEAB-A2DB8150EF50}" destId="{BDDDCD83-E0FE-49B1-A27D-AD710B898083}" srcOrd="3" destOrd="0" parTransId="{1270CCFD-EEFF-4AE0-80C9-62EF192A9C1A}" sibTransId="{3A2E15BD-9ADE-409B-89FE-DA9393380A59}"/>
    <dgm:cxn modelId="{4145E5D1-19D6-42BD-A74A-E4AFC3459600}" type="presOf" srcId="{B8B77CD2-D347-48C4-9984-E0E8B25D26A0}" destId="{9425E7AC-4F1D-43BF-AFF1-12D9FFE76017}" srcOrd="0" destOrd="0" presId="urn:microsoft.com/office/officeart/2005/8/layout/vList5"/>
    <dgm:cxn modelId="{8495FDDB-3522-4B21-90F5-8A7BA8676BE4}" type="presOf" srcId="{2C8F2498-0FB9-45FE-910D-6305CCFE317C}" destId="{18771C40-CEEC-4BD9-B1D3-85A1CCA681CF}" srcOrd="0" destOrd="0" presId="urn:microsoft.com/office/officeart/2005/8/layout/vList5"/>
    <dgm:cxn modelId="{4358096E-4AE5-4923-BC6F-851B737039A6}" type="presParOf" srcId="{B531915B-2826-4505-A08E-B2DDE25D030B}" destId="{2D109147-D9FD-443B-B303-B75C965CE10C}" srcOrd="0" destOrd="0" presId="urn:microsoft.com/office/officeart/2005/8/layout/vList5"/>
    <dgm:cxn modelId="{713F7583-BDBF-4594-936E-512258A8DB7A}" type="presParOf" srcId="{2D109147-D9FD-443B-B303-B75C965CE10C}" destId="{18771C40-CEEC-4BD9-B1D3-85A1CCA681CF}" srcOrd="0" destOrd="0" presId="urn:microsoft.com/office/officeart/2005/8/layout/vList5"/>
    <dgm:cxn modelId="{FEDD3479-216D-48B5-AE71-BB7573DC4B2F}" type="presParOf" srcId="{B531915B-2826-4505-A08E-B2DDE25D030B}" destId="{04F2D48F-B60D-49B4-9F34-139018BA1241}" srcOrd="1" destOrd="0" presId="urn:microsoft.com/office/officeart/2005/8/layout/vList5"/>
    <dgm:cxn modelId="{8AF38A20-A628-446E-B698-2C26BF7A5045}" type="presParOf" srcId="{B531915B-2826-4505-A08E-B2DDE25D030B}" destId="{81D54812-347D-4D8E-BEBC-8B35BFC30E96}" srcOrd="2" destOrd="0" presId="urn:microsoft.com/office/officeart/2005/8/layout/vList5"/>
    <dgm:cxn modelId="{F5F663D7-FF1B-4B93-9997-FC54B55BB5F4}" type="presParOf" srcId="{81D54812-347D-4D8E-BEBC-8B35BFC30E96}" destId="{8324E1EC-4BD6-45A8-AEFE-44657958C7EF}" srcOrd="0" destOrd="0" presId="urn:microsoft.com/office/officeart/2005/8/layout/vList5"/>
    <dgm:cxn modelId="{1B0AF261-D80B-4764-BDCD-297BA2161571}" type="presParOf" srcId="{B531915B-2826-4505-A08E-B2DDE25D030B}" destId="{522F8796-2DA0-4C4A-B747-3C6204E803C0}" srcOrd="3" destOrd="0" presId="urn:microsoft.com/office/officeart/2005/8/layout/vList5"/>
    <dgm:cxn modelId="{6552CC92-E24E-479C-8361-0172C25094EE}" type="presParOf" srcId="{B531915B-2826-4505-A08E-B2DDE25D030B}" destId="{CED2FAB8-1AF4-4A7F-AC1B-C258E5D5697C}" srcOrd="4" destOrd="0" presId="urn:microsoft.com/office/officeart/2005/8/layout/vList5"/>
    <dgm:cxn modelId="{66DCAD9F-53F0-42C8-A39D-332B1D9B24B2}" type="presParOf" srcId="{CED2FAB8-1AF4-4A7F-AC1B-C258E5D5697C}" destId="{6BC98FBA-64CD-44F4-BEA5-E6AEB294AEC6}" srcOrd="0" destOrd="0" presId="urn:microsoft.com/office/officeart/2005/8/layout/vList5"/>
    <dgm:cxn modelId="{61EC3481-4B97-4C25-9179-02CD27ACF37E}" type="presParOf" srcId="{B531915B-2826-4505-A08E-B2DDE25D030B}" destId="{969A9635-0ABE-4FB7-B97E-9020E7EDE537}" srcOrd="5" destOrd="0" presId="urn:microsoft.com/office/officeart/2005/8/layout/vList5"/>
    <dgm:cxn modelId="{9F88437E-AAA1-40C0-9B49-97A3330DEE65}" type="presParOf" srcId="{B531915B-2826-4505-A08E-B2DDE25D030B}" destId="{BBDDC3A8-51C7-41E4-A413-E6C7152C168C}" srcOrd="6" destOrd="0" presId="urn:microsoft.com/office/officeart/2005/8/layout/vList5"/>
    <dgm:cxn modelId="{59078758-97EF-48F7-9CC3-E26DA550227D}" type="presParOf" srcId="{BBDDC3A8-51C7-41E4-A413-E6C7152C168C}" destId="{2F85605C-CE3B-440A-A084-162EDDC5EEAB}" srcOrd="0" destOrd="0" presId="urn:microsoft.com/office/officeart/2005/8/layout/vList5"/>
    <dgm:cxn modelId="{FB267F81-15A6-4F4C-8E9B-B51494349F5F}" type="presParOf" srcId="{B531915B-2826-4505-A08E-B2DDE25D030B}" destId="{A9CDC031-BCCF-4A9B-ABF2-798001636E5C}" srcOrd="7" destOrd="0" presId="urn:microsoft.com/office/officeart/2005/8/layout/vList5"/>
    <dgm:cxn modelId="{60FBFF4A-35D9-45AC-A69E-C50C75AAE666}" type="presParOf" srcId="{B531915B-2826-4505-A08E-B2DDE25D030B}" destId="{9147D31D-4A70-4B4F-86E9-81EED4A4C1CA}" srcOrd="8" destOrd="0" presId="urn:microsoft.com/office/officeart/2005/8/layout/vList5"/>
    <dgm:cxn modelId="{06096072-5AF4-409D-998C-398A4E81559E}" type="presParOf" srcId="{9147D31D-4A70-4B4F-86E9-81EED4A4C1CA}" destId="{9425E7AC-4F1D-43BF-AFF1-12D9FFE7601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37BAF07-C88A-42EA-9339-C2E16B52C3E0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715CD22-FEB0-4C96-B450-4E26FB9F4BF7}">
      <dgm:prSet/>
      <dgm:spPr/>
      <dgm:t>
        <a:bodyPr/>
        <a:lstStyle/>
        <a:p>
          <a:r>
            <a:rPr lang="en-US"/>
            <a:t>What Drives Ticket Prices?</a:t>
          </a:r>
        </a:p>
      </dgm:t>
    </dgm:pt>
    <dgm:pt modelId="{D4A36946-ED94-496F-919E-9F2F5D3AC85E}" type="parTrans" cxnId="{A59425CF-D4A7-4811-B462-1E4DB46FC804}">
      <dgm:prSet/>
      <dgm:spPr/>
      <dgm:t>
        <a:bodyPr/>
        <a:lstStyle/>
        <a:p>
          <a:endParaRPr lang="en-US"/>
        </a:p>
      </dgm:t>
    </dgm:pt>
    <dgm:pt modelId="{06778D8A-E596-47EA-A556-D7CE8330FFA4}" type="sibTrans" cxnId="{A59425CF-D4A7-4811-B462-1E4DB46FC804}">
      <dgm:prSet/>
      <dgm:spPr/>
      <dgm:t>
        <a:bodyPr/>
        <a:lstStyle/>
        <a:p>
          <a:endParaRPr lang="en-US"/>
        </a:p>
      </dgm:t>
    </dgm:pt>
    <dgm:pt modelId="{903A6031-01A7-45D4-850E-4058A53C9ABD}">
      <dgm:prSet/>
      <dgm:spPr/>
      <dgm:t>
        <a:bodyPr/>
        <a:lstStyle/>
        <a:p>
          <a:r>
            <a:rPr lang="en-US"/>
            <a:t>Vertical drop, snowmaking, fastQuads, and # of runs = strongest predictors.</a:t>
          </a:r>
        </a:p>
      </dgm:t>
    </dgm:pt>
    <dgm:pt modelId="{4EDDC3BB-B92D-46E8-98AC-3432C2250754}" type="parTrans" cxnId="{5DF70C4A-FF3A-413E-A562-2E477B935031}">
      <dgm:prSet/>
      <dgm:spPr/>
      <dgm:t>
        <a:bodyPr/>
        <a:lstStyle/>
        <a:p>
          <a:endParaRPr lang="en-US"/>
        </a:p>
      </dgm:t>
    </dgm:pt>
    <dgm:pt modelId="{6316A643-1338-4E85-BC3D-39C5200DE62B}" type="sibTrans" cxnId="{5DF70C4A-FF3A-413E-A562-2E477B935031}">
      <dgm:prSet/>
      <dgm:spPr/>
      <dgm:t>
        <a:bodyPr/>
        <a:lstStyle/>
        <a:p>
          <a:endParaRPr lang="en-US"/>
        </a:p>
      </dgm:t>
    </dgm:pt>
    <dgm:pt modelId="{6CAC6C25-2FC9-4227-A7AF-AC7CC2652A67}">
      <dgm:prSet/>
      <dgm:spPr/>
      <dgm:t>
        <a:bodyPr/>
        <a:lstStyle/>
        <a:p>
          <a:r>
            <a:rPr lang="en-US"/>
            <a:t>States with many resorts = competitive pricing.</a:t>
          </a:r>
        </a:p>
      </dgm:t>
    </dgm:pt>
    <dgm:pt modelId="{F21C2DB2-45A9-46D5-905A-21F1D7863B99}" type="parTrans" cxnId="{6C63A568-D587-48D9-891A-4C5DA4E7B1AF}">
      <dgm:prSet/>
      <dgm:spPr/>
      <dgm:t>
        <a:bodyPr/>
        <a:lstStyle/>
        <a:p>
          <a:endParaRPr lang="en-US"/>
        </a:p>
      </dgm:t>
    </dgm:pt>
    <dgm:pt modelId="{67D7BAF9-CD13-45EB-81CC-A9D35A2CD2BD}" type="sibTrans" cxnId="{6C63A568-D587-48D9-891A-4C5DA4E7B1AF}">
      <dgm:prSet/>
      <dgm:spPr/>
      <dgm:t>
        <a:bodyPr/>
        <a:lstStyle/>
        <a:p>
          <a:endParaRPr lang="en-US"/>
        </a:p>
      </dgm:t>
    </dgm:pt>
    <dgm:pt modelId="{8BDA8920-F21A-4C13-AB11-CB3285CD8448}">
      <dgm:prSet/>
      <dgm:spPr/>
      <dgm:t>
        <a:bodyPr/>
        <a:lstStyle/>
        <a:p>
          <a:r>
            <a:rPr lang="en-US"/>
            <a:t>States with few resorts = higher monopoly pricing.</a:t>
          </a:r>
        </a:p>
      </dgm:t>
    </dgm:pt>
    <dgm:pt modelId="{F3C35935-26B4-4826-AD16-38E40C5C6694}" type="parTrans" cxnId="{8E0161D2-F96D-42EF-9617-61E30E9615EB}">
      <dgm:prSet/>
      <dgm:spPr/>
      <dgm:t>
        <a:bodyPr/>
        <a:lstStyle/>
        <a:p>
          <a:endParaRPr lang="en-US"/>
        </a:p>
      </dgm:t>
    </dgm:pt>
    <dgm:pt modelId="{5FD3D9D4-D540-4232-A989-27D27654459F}" type="sibTrans" cxnId="{8E0161D2-F96D-42EF-9617-61E30E9615EB}">
      <dgm:prSet/>
      <dgm:spPr/>
      <dgm:t>
        <a:bodyPr/>
        <a:lstStyle/>
        <a:p>
          <a:endParaRPr lang="en-US"/>
        </a:p>
      </dgm:t>
    </dgm:pt>
    <dgm:pt modelId="{065D4F3A-5E76-4C25-ADED-18E8F23FCEA2}" type="pres">
      <dgm:prSet presAssocID="{B37BAF07-C88A-42EA-9339-C2E16B52C3E0}" presName="Name0" presStyleCnt="0">
        <dgm:presLayoutVars>
          <dgm:dir/>
          <dgm:animLvl val="lvl"/>
          <dgm:resizeHandles val="exact"/>
        </dgm:presLayoutVars>
      </dgm:prSet>
      <dgm:spPr/>
    </dgm:pt>
    <dgm:pt modelId="{4F4BDDF8-AE50-4DCC-B045-A7ABA889F826}" type="pres">
      <dgm:prSet presAssocID="{7715CD22-FEB0-4C96-B450-4E26FB9F4BF7}" presName="linNode" presStyleCnt="0"/>
      <dgm:spPr/>
    </dgm:pt>
    <dgm:pt modelId="{793AB36E-C675-4B66-8F32-90107601AB3C}" type="pres">
      <dgm:prSet presAssocID="{7715CD22-FEB0-4C96-B450-4E26FB9F4BF7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8DF6C152-888F-4BEF-852D-12CF1B457F5D}" type="pres">
      <dgm:prSet presAssocID="{06778D8A-E596-47EA-A556-D7CE8330FFA4}" presName="sp" presStyleCnt="0"/>
      <dgm:spPr/>
    </dgm:pt>
    <dgm:pt modelId="{988898E8-9F4E-48B5-A1B1-501BA94388EE}" type="pres">
      <dgm:prSet presAssocID="{903A6031-01A7-45D4-850E-4058A53C9ABD}" presName="linNode" presStyleCnt="0"/>
      <dgm:spPr/>
    </dgm:pt>
    <dgm:pt modelId="{D59F2183-BAA5-4EBA-A083-15AA3BCF1ED5}" type="pres">
      <dgm:prSet presAssocID="{903A6031-01A7-45D4-850E-4058A53C9AB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7056018-1844-41EE-AB36-68DFE3536FA8}" type="pres">
      <dgm:prSet presAssocID="{6316A643-1338-4E85-BC3D-39C5200DE62B}" presName="sp" presStyleCnt="0"/>
      <dgm:spPr/>
    </dgm:pt>
    <dgm:pt modelId="{396B83F4-2053-4BEE-AF0D-0B622CD4535C}" type="pres">
      <dgm:prSet presAssocID="{6CAC6C25-2FC9-4227-A7AF-AC7CC2652A67}" presName="linNode" presStyleCnt="0"/>
      <dgm:spPr/>
    </dgm:pt>
    <dgm:pt modelId="{5034F3F6-235D-4FFC-9A1B-A9B033EFAC9A}" type="pres">
      <dgm:prSet presAssocID="{6CAC6C25-2FC9-4227-A7AF-AC7CC2652A67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D9EC090F-D194-4E09-AE81-46F8CCED0CD2}" type="pres">
      <dgm:prSet presAssocID="{67D7BAF9-CD13-45EB-81CC-A9D35A2CD2BD}" presName="sp" presStyleCnt="0"/>
      <dgm:spPr/>
    </dgm:pt>
    <dgm:pt modelId="{23900903-D689-4EB8-B4A2-54DD223D1FB0}" type="pres">
      <dgm:prSet presAssocID="{8BDA8920-F21A-4C13-AB11-CB3285CD8448}" presName="linNode" presStyleCnt="0"/>
      <dgm:spPr/>
    </dgm:pt>
    <dgm:pt modelId="{D68AC2E0-EEBA-49B8-BB05-08F8EBC1F9A8}" type="pres">
      <dgm:prSet presAssocID="{8BDA8920-F21A-4C13-AB11-CB3285CD8448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D0B36F67-991F-4A5C-AE90-04EF32C00D7A}" type="presOf" srcId="{7715CD22-FEB0-4C96-B450-4E26FB9F4BF7}" destId="{793AB36E-C675-4B66-8F32-90107601AB3C}" srcOrd="0" destOrd="0" presId="urn:microsoft.com/office/officeart/2005/8/layout/vList5"/>
    <dgm:cxn modelId="{6C63A568-D587-48D9-891A-4C5DA4E7B1AF}" srcId="{B37BAF07-C88A-42EA-9339-C2E16B52C3E0}" destId="{6CAC6C25-2FC9-4227-A7AF-AC7CC2652A67}" srcOrd="2" destOrd="0" parTransId="{F21C2DB2-45A9-46D5-905A-21F1D7863B99}" sibTransId="{67D7BAF9-CD13-45EB-81CC-A9D35A2CD2BD}"/>
    <dgm:cxn modelId="{5DF70C4A-FF3A-413E-A562-2E477B935031}" srcId="{B37BAF07-C88A-42EA-9339-C2E16B52C3E0}" destId="{903A6031-01A7-45D4-850E-4058A53C9ABD}" srcOrd="1" destOrd="0" parTransId="{4EDDC3BB-B92D-46E8-98AC-3432C2250754}" sibTransId="{6316A643-1338-4E85-BC3D-39C5200DE62B}"/>
    <dgm:cxn modelId="{B754E774-CC50-45EE-BB80-B8126B517079}" type="presOf" srcId="{903A6031-01A7-45D4-850E-4058A53C9ABD}" destId="{D59F2183-BAA5-4EBA-A083-15AA3BCF1ED5}" srcOrd="0" destOrd="0" presId="urn:microsoft.com/office/officeart/2005/8/layout/vList5"/>
    <dgm:cxn modelId="{1E317475-0044-4C07-AABD-0F46D455774A}" type="presOf" srcId="{B37BAF07-C88A-42EA-9339-C2E16B52C3E0}" destId="{065D4F3A-5E76-4C25-ADED-18E8F23FCEA2}" srcOrd="0" destOrd="0" presId="urn:microsoft.com/office/officeart/2005/8/layout/vList5"/>
    <dgm:cxn modelId="{393D628F-819C-4D4B-9B71-E9A07769110B}" type="presOf" srcId="{6CAC6C25-2FC9-4227-A7AF-AC7CC2652A67}" destId="{5034F3F6-235D-4FFC-9A1B-A9B033EFAC9A}" srcOrd="0" destOrd="0" presId="urn:microsoft.com/office/officeart/2005/8/layout/vList5"/>
    <dgm:cxn modelId="{EFBF79AB-C708-408B-BC35-97BD89B35F00}" type="presOf" srcId="{8BDA8920-F21A-4C13-AB11-CB3285CD8448}" destId="{D68AC2E0-EEBA-49B8-BB05-08F8EBC1F9A8}" srcOrd="0" destOrd="0" presId="urn:microsoft.com/office/officeart/2005/8/layout/vList5"/>
    <dgm:cxn modelId="{A59425CF-D4A7-4811-B462-1E4DB46FC804}" srcId="{B37BAF07-C88A-42EA-9339-C2E16B52C3E0}" destId="{7715CD22-FEB0-4C96-B450-4E26FB9F4BF7}" srcOrd="0" destOrd="0" parTransId="{D4A36946-ED94-496F-919E-9F2F5D3AC85E}" sibTransId="{06778D8A-E596-47EA-A556-D7CE8330FFA4}"/>
    <dgm:cxn modelId="{8E0161D2-F96D-42EF-9617-61E30E9615EB}" srcId="{B37BAF07-C88A-42EA-9339-C2E16B52C3E0}" destId="{8BDA8920-F21A-4C13-AB11-CB3285CD8448}" srcOrd="3" destOrd="0" parTransId="{F3C35935-26B4-4826-AD16-38E40C5C6694}" sibTransId="{5FD3D9D4-D540-4232-A989-27D27654459F}"/>
    <dgm:cxn modelId="{59AD64B3-7D82-41FD-ABB4-C53452703EC5}" type="presParOf" srcId="{065D4F3A-5E76-4C25-ADED-18E8F23FCEA2}" destId="{4F4BDDF8-AE50-4DCC-B045-A7ABA889F826}" srcOrd="0" destOrd="0" presId="urn:microsoft.com/office/officeart/2005/8/layout/vList5"/>
    <dgm:cxn modelId="{68CA6D8D-8362-458B-A595-DC6714EC0E2D}" type="presParOf" srcId="{4F4BDDF8-AE50-4DCC-B045-A7ABA889F826}" destId="{793AB36E-C675-4B66-8F32-90107601AB3C}" srcOrd="0" destOrd="0" presId="urn:microsoft.com/office/officeart/2005/8/layout/vList5"/>
    <dgm:cxn modelId="{43E77181-BCA6-4083-BE30-5517499F16F8}" type="presParOf" srcId="{065D4F3A-5E76-4C25-ADED-18E8F23FCEA2}" destId="{8DF6C152-888F-4BEF-852D-12CF1B457F5D}" srcOrd="1" destOrd="0" presId="urn:microsoft.com/office/officeart/2005/8/layout/vList5"/>
    <dgm:cxn modelId="{558D9B96-2125-4A1A-AE38-413F800F6B65}" type="presParOf" srcId="{065D4F3A-5E76-4C25-ADED-18E8F23FCEA2}" destId="{988898E8-9F4E-48B5-A1B1-501BA94388EE}" srcOrd="2" destOrd="0" presId="urn:microsoft.com/office/officeart/2005/8/layout/vList5"/>
    <dgm:cxn modelId="{167043FE-4C8A-4908-B458-000A0ABC1F79}" type="presParOf" srcId="{988898E8-9F4E-48B5-A1B1-501BA94388EE}" destId="{D59F2183-BAA5-4EBA-A083-15AA3BCF1ED5}" srcOrd="0" destOrd="0" presId="urn:microsoft.com/office/officeart/2005/8/layout/vList5"/>
    <dgm:cxn modelId="{7E9457F4-E622-4B23-924D-C72163704E5E}" type="presParOf" srcId="{065D4F3A-5E76-4C25-ADED-18E8F23FCEA2}" destId="{37056018-1844-41EE-AB36-68DFE3536FA8}" srcOrd="3" destOrd="0" presId="urn:microsoft.com/office/officeart/2005/8/layout/vList5"/>
    <dgm:cxn modelId="{F7549A3C-8ACB-492B-9468-994100C3EB33}" type="presParOf" srcId="{065D4F3A-5E76-4C25-ADED-18E8F23FCEA2}" destId="{396B83F4-2053-4BEE-AF0D-0B622CD4535C}" srcOrd="4" destOrd="0" presId="urn:microsoft.com/office/officeart/2005/8/layout/vList5"/>
    <dgm:cxn modelId="{479E7A66-3371-48AC-BD4E-66A16369F0F9}" type="presParOf" srcId="{396B83F4-2053-4BEE-AF0D-0B622CD4535C}" destId="{5034F3F6-235D-4FFC-9A1B-A9B033EFAC9A}" srcOrd="0" destOrd="0" presId="urn:microsoft.com/office/officeart/2005/8/layout/vList5"/>
    <dgm:cxn modelId="{65792027-E987-48E3-AA0D-5DF079F86013}" type="presParOf" srcId="{065D4F3A-5E76-4C25-ADED-18E8F23FCEA2}" destId="{D9EC090F-D194-4E09-AE81-46F8CCED0CD2}" srcOrd="5" destOrd="0" presId="urn:microsoft.com/office/officeart/2005/8/layout/vList5"/>
    <dgm:cxn modelId="{6ADE35EA-17D9-4647-ABE0-0EB6B277AD5E}" type="presParOf" srcId="{065D4F3A-5E76-4C25-ADED-18E8F23FCEA2}" destId="{23900903-D689-4EB8-B4A2-54DD223D1FB0}" srcOrd="6" destOrd="0" presId="urn:microsoft.com/office/officeart/2005/8/layout/vList5"/>
    <dgm:cxn modelId="{C15430AD-995E-49CB-8AE4-B7B712D0C460}" type="presParOf" srcId="{23900903-D689-4EB8-B4A2-54DD223D1FB0}" destId="{D68AC2E0-EEBA-49B8-BB05-08F8EBC1F9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385E3A-C837-4D6E-B28D-7C40AB9EBC3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365C58-9821-4F6F-B589-E9238B547F2D}">
      <dgm:prSet/>
      <dgm:spPr/>
      <dgm:t>
        <a:bodyPr/>
        <a:lstStyle/>
        <a:p>
          <a:r>
            <a:rPr lang="en-US"/>
            <a:t>Accuracy of Pricing Models</a:t>
          </a:r>
        </a:p>
      </dgm:t>
    </dgm:pt>
    <dgm:pt modelId="{075B80EF-52CC-4BB8-952F-673D1CCB23A0}" type="parTrans" cxnId="{76D97958-E9EE-4C04-AE87-DE0325411661}">
      <dgm:prSet/>
      <dgm:spPr/>
      <dgm:t>
        <a:bodyPr/>
        <a:lstStyle/>
        <a:p>
          <a:endParaRPr lang="en-US"/>
        </a:p>
      </dgm:t>
    </dgm:pt>
    <dgm:pt modelId="{A27B2372-45FE-4B3D-B903-5554BD8F2767}" type="sibTrans" cxnId="{76D97958-E9EE-4C04-AE87-DE0325411661}">
      <dgm:prSet/>
      <dgm:spPr/>
      <dgm:t>
        <a:bodyPr/>
        <a:lstStyle/>
        <a:p>
          <a:endParaRPr lang="en-US"/>
        </a:p>
      </dgm:t>
    </dgm:pt>
    <dgm:pt modelId="{C076DC57-2CFD-447A-8FE7-2D6DE149027D}">
      <dgm:prSet/>
      <dgm:spPr/>
      <dgm:t>
        <a:bodyPr/>
        <a:lstStyle/>
        <a:p>
          <a:r>
            <a:rPr lang="en-US" b="1"/>
            <a:t>Baseline:</a:t>
          </a:r>
          <a:r>
            <a:rPr lang="en-US"/>
            <a:t> MAE ≈ $19.</a:t>
          </a:r>
        </a:p>
      </dgm:t>
    </dgm:pt>
    <dgm:pt modelId="{FAF24873-7AB2-46A2-B210-D0F58C93B6A8}" type="parTrans" cxnId="{CB1C758B-2DC9-4383-A4DA-CD304635E63D}">
      <dgm:prSet/>
      <dgm:spPr/>
      <dgm:t>
        <a:bodyPr/>
        <a:lstStyle/>
        <a:p>
          <a:endParaRPr lang="en-US"/>
        </a:p>
      </dgm:t>
    </dgm:pt>
    <dgm:pt modelId="{3E31248F-1CC3-41E8-A147-6BD822EDB896}" type="sibTrans" cxnId="{CB1C758B-2DC9-4383-A4DA-CD304635E63D}">
      <dgm:prSet/>
      <dgm:spPr/>
      <dgm:t>
        <a:bodyPr/>
        <a:lstStyle/>
        <a:p>
          <a:endParaRPr lang="en-US"/>
        </a:p>
      </dgm:t>
    </dgm:pt>
    <dgm:pt modelId="{0DB46DCD-1637-478A-9CB9-205B021CE6E6}">
      <dgm:prSet/>
      <dgm:spPr/>
      <dgm:t>
        <a:bodyPr/>
        <a:lstStyle/>
        <a:p>
          <a:r>
            <a:rPr lang="en-US" b="1"/>
            <a:t>Linear Regression:</a:t>
          </a:r>
          <a:r>
            <a:rPr lang="en-US"/>
            <a:t> CV MAE ≈ $10.5; Test MAE ≈ $11.8.</a:t>
          </a:r>
        </a:p>
      </dgm:t>
    </dgm:pt>
    <dgm:pt modelId="{045B6CF5-6FC3-465A-9B28-3F9F2ED7E5EF}" type="parTrans" cxnId="{7380910C-5F0C-430D-A1E5-F3768B466A07}">
      <dgm:prSet/>
      <dgm:spPr/>
      <dgm:t>
        <a:bodyPr/>
        <a:lstStyle/>
        <a:p>
          <a:endParaRPr lang="en-US"/>
        </a:p>
      </dgm:t>
    </dgm:pt>
    <dgm:pt modelId="{35BFEED7-FE2F-4B73-8F5C-D20F2EAC4661}" type="sibTrans" cxnId="{7380910C-5F0C-430D-A1E5-F3768B466A07}">
      <dgm:prSet/>
      <dgm:spPr/>
      <dgm:t>
        <a:bodyPr/>
        <a:lstStyle/>
        <a:p>
          <a:endParaRPr lang="en-US"/>
        </a:p>
      </dgm:t>
    </dgm:pt>
    <dgm:pt modelId="{DC9E1E51-E6E2-4F12-9A5D-DC6977F0BECA}">
      <dgm:prSet/>
      <dgm:spPr/>
      <dgm:t>
        <a:bodyPr/>
        <a:lstStyle/>
        <a:p>
          <a:r>
            <a:rPr lang="en-US" b="1"/>
            <a:t>Random Forest:</a:t>
          </a:r>
          <a:r>
            <a:rPr lang="en-US"/>
            <a:t> CV MAE ≈ $9.6; Test MAE ≈ $9.5.</a:t>
          </a:r>
        </a:p>
      </dgm:t>
    </dgm:pt>
    <dgm:pt modelId="{0436AA46-F5B5-495F-A452-456C0492A585}" type="parTrans" cxnId="{082F3060-33F4-4B84-BCD4-B568F7692CA5}">
      <dgm:prSet/>
      <dgm:spPr/>
      <dgm:t>
        <a:bodyPr/>
        <a:lstStyle/>
        <a:p>
          <a:endParaRPr lang="en-US"/>
        </a:p>
      </dgm:t>
    </dgm:pt>
    <dgm:pt modelId="{D53AFC20-0CAD-4B04-A2CF-E5F096EE70F4}" type="sibTrans" cxnId="{082F3060-33F4-4B84-BCD4-B568F7692CA5}">
      <dgm:prSet/>
      <dgm:spPr/>
      <dgm:t>
        <a:bodyPr/>
        <a:lstStyle/>
        <a:p>
          <a:endParaRPr lang="en-US"/>
        </a:p>
      </dgm:t>
    </dgm:pt>
    <dgm:pt modelId="{BEA5D792-56F2-4BCC-921C-9E9E684B2889}">
      <dgm:prSet/>
      <dgm:spPr/>
      <dgm:t>
        <a:bodyPr/>
        <a:lstStyle/>
        <a:p>
          <a:r>
            <a:rPr lang="en-US"/>
            <a:t>Random Forest selected for accuracy &amp; stability.</a:t>
          </a:r>
        </a:p>
      </dgm:t>
    </dgm:pt>
    <dgm:pt modelId="{EF2B79EC-C23B-4F1D-ACA1-C7B511AAD909}" type="parTrans" cxnId="{D66D5A08-DA3C-4CB5-A7F0-269E5856FDE0}">
      <dgm:prSet/>
      <dgm:spPr/>
      <dgm:t>
        <a:bodyPr/>
        <a:lstStyle/>
        <a:p>
          <a:endParaRPr lang="en-US"/>
        </a:p>
      </dgm:t>
    </dgm:pt>
    <dgm:pt modelId="{EEC1A139-4AEB-4A9A-AB41-0F6F8760A488}" type="sibTrans" cxnId="{D66D5A08-DA3C-4CB5-A7F0-269E5856FDE0}">
      <dgm:prSet/>
      <dgm:spPr/>
      <dgm:t>
        <a:bodyPr/>
        <a:lstStyle/>
        <a:p>
          <a:endParaRPr lang="en-US"/>
        </a:p>
      </dgm:t>
    </dgm:pt>
    <dgm:pt modelId="{33A04F05-B1C3-4E11-91B7-C081C76E9EAE}">
      <dgm:prSet/>
      <dgm:spPr/>
      <dgm:t>
        <a:bodyPr/>
        <a:lstStyle/>
        <a:p>
          <a:r>
            <a:rPr lang="en-US"/>
            <a:t>Testing Operational Scenarios</a:t>
          </a:r>
        </a:p>
      </dgm:t>
    </dgm:pt>
    <dgm:pt modelId="{0A8CF5B1-391F-4BF4-88EF-521D66CD7449}" type="parTrans" cxnId="{C6BBE1DD-5CF2-4554-B68D-84977C20122E}">
      <dgm:prSet/>
      <dgm:spPr/>
      <dgm:t>
        <a:bodyPr/>
        <a:lstStyle/>
        <a:p>
          <a:endParaRPr lang="en-US"/>
        </a:p>
      </dgm:t>
    </dgm:pt>
    <dgm:pt modelId="{8B7DB18B-9EE7-4946-BD02-5B83A23CA221}" type="sibTrans" cxnId="{C6BBE1DD-5CF2-4554-B68D-84977C20122E}">
      <dgm:prSet/>
      <dgm:spPr/>
      <dgm:t>
        <a:bodyPr/>
        <a:lstStyle/>
        <a:p>
          <a:endParaRPr lang="en-US"/>
        </a:p>
      </dgm:t>
    </dgm:pt>
    <dgm:pt modelId="{3373B037-055D-4B21-9399-F158894F58E3}">
      <dgm:prSet/>
      <dgm:spPr/>
      <dgm:t>
        <a:bodyPr/>
        <a:lstStyle/>
        <a:p>
          <a:r>
            <a:rPr lang="en-US"/>
            <a:t>Closing ≤3 runs → negligible impact.</a:t>
          </a:r>
        </a:p>
      </dgm:t>
    </dgm:pt>
    <dgm:pt modelId="{4DE97E04-847C-496F-9B71-A3826316E6DB}" type="parTrans" cxnId="{526CDDF2-FC6F-4753-AA69-A37370FAE952}">
      <dgm:prSet/>
      <dgm:spPr/>
      <dgm:t>
        <a:bodyPr/>
        <a:lstStyle/>
        <a:p>
          <a:endParaRPr lang="en-US"/>
        </a:p>
      </dgm:t>
    </dgm:pt>
    <dgm:pt modelId="{A7EBD69B-5A9B-4F1B-BD80-7424E44829FF}" type="sibTrans" cxnId="{526CDDF2-FC6F-4753-AA69-A37370FAE952}">
      <dgm:prSet/>
      <dgm:spPr/>
      <dgm:t>
        <a:bodyPr/>
        <a:lstStyle/>
        <a:p>
          <a:endParaRPr lang="en-US"/>
        </a:p>
      </dgm:t>
    </dgm:pt>
    <dgm:pt modelId="{3A95C89A-DBF9-4867-8E8D-81E18968EE40}">
      <dgm:prSet/>
      <dgm:spPr/>
      <dgm:t>
        <a:bodyPr/>
        <a:lstStyle/>
        <a:p>
          <a:r>
            <a:rPr lang="en-US"/>
            <a:t>Closing &gt;6 runs → $1.50 drop in supported price.</a:t>
          </a:r>
        </a:p>
      </dgm:t>
    </dgm:pt>
    <dgm:pt modelId="{BA8BF0F7-B64D-426A-BBC1-0FB4F951E3B9}" type="parTrans" cxnId="{D45572C6-8BEC-488E-9AE8-B3725EA2F22D}">
      <dgm:prSet/>
      <dgm:spPr/>
      <dgm:t>
        <a:bodyPr/>
        <a:lstStyle/>
        <a:p>
          <a:endParaRPr lang="en-US"/>
        </a:p>
      </dgm:t>
    </dgm:pt>
    <dgm:pt modelId="{9690D3D7-3BA7-4BC2-A75E-D90446A2C76A}" type="sibTrans" cxnId="{D45572C6-8BEC-488E-9AE8-B3725EA2F22D}">
      <dgm:prSet/>
      <dgm:spPr/>
      <dgm:t>
        <a:bodyPr/>
        <a:lstStyle/>
        <a:p>
          <a:endParaRPr lang="en-US"/>
        </a:p>
      </dgm:t>
    </dgm:pt>
    <dgm:pt modelId="{9E10A502-B617-4FC7-89BE-5D62B5734114}">
      <dgm:prSet/>
      <dgm:spPr/>
      <dgm:t>
        <a:bodyPr/>
        <a:lstStyle/>
        <a:p>
          <a:r>
            <a:rPr lang="en-US"/>
            <a:t>Adding 1 run + vertical drop + lift → +$1.99/ticket → +$3.5M seasonal revenue.</a:t>
          </a:r>
        </a:p>
      </dgm:t>
    </dgm:pt>
    <dgm:pt modelId="{F27BB65E-F9E3-4585-AF99-0949FEB014E5}" type="parTrans" cxnId="{4AF4AEB5-3CB6-4A08-BD60-17BAA5EFF9B7}">
      <dgm:prSet/>
      <dgm:spPr/>
      <dgm:t>
        <a:bodyPr/>
        <a:lstStyle/>
        <a:p>
          <a:endParaRPr lang="en-US"/>
        </a:p>
      </dgm:t>
    </dgm:pt>
    <dgm:pt modelId="{B0E51013-4F0C-4CBB-874A-8910B394B983}" type="sibTrans" cxnId="{4AF4AEB5-3CB6-4A08-BD60-17BAA5EFF9B7}">
      <dgm:prSet/>
      <dgm:spPr/>
      <dgm:t>
        <a:bodyPr/>
        <a:lstStyle/>
        <a:p>
          <a:endParaRPr lang="en-US"/>
        </a:p>
      </dgm:t>
    </dgm:pt>
    <dgm:pt modelId="{30FF12E6-87CE-4BBE-B5B4-45A4F0BFB1A6}">
      <dgm:prSet/>
      <dgm:spPr/>
      <dgm:t>
        <a:bodyPr/>
        <a:lstStyle/>
        <a:p>
          <a:r>
            <a:rPr lang="en-US"/>
            <a:t>Small snowmaking improvements → minimal impact.</a:t>
          </a:r>
        </a:p>
      </dgm:t>
    </dgm:pt>
    <dgm:pt modelId="{76DACDD4-3F76-4CD8-A4A7-F7477BF5CFF5}" type="parTrans" cxnId="{AD599DB8-5EA4-4EBC-9D14-772ACC00F34A}">
      <dgm:prSet/>
      <dgm:spPr/>
      <dgm:t>
        <a:bodyPr/>
        <a:lstStyle/>
        <a:p>
          <a:endParaRPr lang="en-US"/>
        </a:p>
      </dgm:t>
    </dgm:pt>
    <dgm:pt modelId="{AD87F90E-BDC8-44AA-B549-853C073E3AF7}" type="sibTrans" cxnId="{AD599DB8-5EA4-4EBC-9D14-772ACC00F34A}">
      <dgm:prSet/>
      <dgm:spPr/>
      <dgm:t>
        <a:bodyPr/>
        <a:lstStyle/>
        <a:p>
          <a:endParaRPr lang="en-US"/>
        </a:p>
      </dgm:t>
    </dgm:pt>
    <dgm:pt modelId="{26A81220-50DC-470E-9C0E-5D29A8DF9F63}" type="pres">
      <dgm:prSet presAssocID="{21385E3A-C837-4D6E-B28D-7C40AB9EBC3E}" presName="Name0" presStyleCnt="0">
        <dgm:presLayoutVars>
          <dgm:dir/>
          <dgm:resizeHandles val="exact"/>
        </dgm:presLayoutVars>
      </dgm:prSet>
      <dgm:spPr/>
    </dgm:pt>
    <dgm:pt modelId="{34863BCA-3816-4C45-B47B-C874A10328CD}" type="pres">
      <dgm:prSet presAssocID="{4D365C58-9821-4F6F-B589-E9238B547F2D}" presName="node" presStyleLbl="node1" presStyleIdx="0" presStyleCnt="10">
        <dgm:presLayoutVars>
          <dgm:bulletEnabled val="1"/>
        </dgm:presLayoutVars>
      </dgm:prSet>
      <dgm:spPr/>
    </dgm:pt>
    <dgm:pt modelId="{09DBB2FC-F1E4-452E-BD70-15FDE8D6EC02}" type="pres">
      <dgm:prSet presAssocID="{A27B2372-45FE-4B3D-B903-5554BD8F2767}" presName="sibTrans" presStyleLbl="sibTrans1D1" presStyleIdx="0" presStyleCnt="9"/>
      <dgm:spPr/>
    </dgm:pt>
    <dgm:pt modelId="{34ACD5DC-BB24-46D4-A357-086A4EEB4FF5}" type="pres">
      <dgm:prSet presAssocID="{A27B2372-45FE-4B3D-B903-5554BD8F2767}" presName="connectorText" presStyleLbl="sibTrans1D1" presStyleIdx="0" presStyleCnt="9"/>
      <dgm:spPr/>
    </dgm:pt>
    <dgm:pt modelId="{5DF643F9-B95E-4C41-B1F0-145EB8E925BA}" type="pres">
      <dgm:prSet presAssocID="{C076DC57-2CFD-447A-8FE7-2D6DE149027D}" presName="node" presStyleLbl="node1" presStyleIdx="1" presStyleCnt="10">
        <dgm:presLayoutVars>
          <dgm:bulletEnabled val="1"/>
        </dgm:presLayoutVars>
      </dgm:prSet>
      <dgm:spPr/>
    </dgm:pt>
    <dgm:pt modelId="{13C3E7DD-F0DD-46D0-89D3-9712F0F7CEC8}" type="pres">
      <dgm:prSet presAssocID="{3E31248F-1CC3-41E8-A147-6BD822EDB896}" presName="sibTrans" presStyleLbl="sibTrans1D1" presStyleIdx="1" presStyleCnt="9"/>
      <dgm:spPr/>
    </dgm:pt>
    <dgm:pt modelId="{19B060F0-3408-48C0-8B79-58830F7431E7}" type="pres">
      <dgm:prSet presAssocID="{3E31248F-1CC3-41E8-A147-6BD822EDB896}" presName="connectorText" presStyleLbl="sibTrans1D1" presStyleIdx="1" presStyleCnt="9"/>
      <dgm:spPr/>
    </dgm:pt>
    <dgm:pt modelId="{691B0C2A-61DF-439A-BBF9-1E0BCBFCBE72}" type="pres">
      <dgm:prSet presAssocID="{0DB46DCD-1637-478A-9CB9-205B021CE6E6}" presName="node" presStyleLbl="node1" presStyleIdx="2" presStyleCnt="10">
        <dgm:presLayoutVars>
          <dgm:bulletEnabled val="1"/>
        </dgm:presLayoutVars>
      </dgm:prSet>
      <dgm:spPr/>
    </dgm:pt>
    <dgm:pt modelId="{65B16C32-468F-4C58-B7D2-4042F9573E87}" type="pres">
      <dgm:prSet presAssocID="{35BFEED7-FE2F-4B73-8F5C-D20F2EAC4661}" presName="sibTrans" presStyleLbl="sibTrans1D1" presStyleIdx="2" presStyleCnt="9"/>
      <dgm:spPr/>
    </dgm:pt>
    <dgm:pt modelId="{B4864D57-69E1-4437-8767-DBE2CD4ECC84}" type="pres">
      <dgm:prSet presAssocID="{35BFEED7-FE2F-4B73-8F5C-D20F2EAC4661}" presName="connectorText" presStyleLbl="sibTrans1D1" presStyleIdx="2" presStyleCnt="9"/>
      <dgm:spPr/>
    </dgm:pt>
    <dgm:pt modelId="{212C67C3-65B2-432D-8C30-32B3624F5D03}" type="pres">
      <dgm:prSet presAssocID="{DC9E1E51-E6E2-4F12-9A5D-DC6977F0BECA}" presName="node" presStyleLbl="node1" presStyleIdx="3" presStyleCnt="10">
        <dgm:presLayoutVars>
          <dgm:bulletEnabled val="1"/>
        </dgm:presLayoutVars>
      </dgm:prSet>
      <dgm:spPr/>
    </dgm:pt>
    <dgm:pt modelId="{66C7FB80-FCF7-4420-8CBF-8756CF487A5D}" type="pres">
      <dgm:prSet presAssocID="{D53AFC20-0CAD-4B04-A2CF-E5F096EE70F4}" presName="sibTrans" presStyleLbl="sibTrans1D1" presStyleIdx="3" presStyleCnt="9"/>
      <dgm:spPr/>
    </dgm:pt>
    <dgm:pt modelId="{B807FED6-485D-4FCE-A688-7609A37865DA}" type="pres">
      <dgm:prSet presAssocID="{D53AFC20-0CAD-4B04-A2CF-E5F096EE70F4}" presName="connectorText" presStyleLbl="sibTrans1D1" presStyleIdx="3" presStyleCnt="9"/>
      <dgm:spPr/>
    </dgm:pt>
    <dgm:pt modelId="{B9153168-5219-4D26-BD48-3F406C5FD6A2}" type="pres">
      <dgm:prSet presAssocID="{BEA5D792-56F2-4BCC-921C-9E9E684B2889}" presName="node" presStyleLbl="node1" presStyleIdx="4" presStyleCnt="10">
        <dgm:presLayoutVars>
          <dgm:bulletEnabled val="1"/>
        </dgm:presLayoutVars>
      </dgm:prSet>
      <dgm:spPr/>
    </dgm:pt>
    <dgm:pt modelId="{50537F57-42AF-4546-81EE-B33EA8E807F2}" type="pres">
      <dgm:prSet presAssocID="{EEC1A139-4AEB-4A9A-AB41-0F6F8760A488}" presName="sibTrans" presStyleLbl="sibTrans1D1" presStyleIdx="4" presStyleCnt="9"/>
      <dgm:spPr/>
    </dgm:pt>
    <dgm:pt modelId="{F00C850B-EC32-4CD9-92C3-ACE55812EC1A}" type="pres">
      <dgm:prSet presAssocID="{EEC1A139-4AEB-4A9A-AB41-0F6F8760A488}" presName="connectorText" presStyleLbl="sibTrans1D1" presStyleIdx="4" presStyleCnt="9"/>
      <dgm:spPr/>
    </dgm:pt>
    <dgm:pt modelId="{75C03EFE-7070-4DC7-ACD2-88791AA1FD06}" type="pres">
      <dgm:prSet presAssocID="{33A04F05-B1C3-4E11-91B7-C081C76E9EAE}" presName="node" presStyleLbl="node1" presStyleIdx="5" presStyleCnt="10">
        <dgm:presLayoutVars>
          <dgm:bulletEnabled val="1"/>
        </dgm:presLayoutVars>
      </dgm:prSet>
      <dgm:spPr/>
    </dgm:pt>
    <dgm:pt modelId="{54DF54D2-FB1F-44B3-B583-53CB2EEBDB8F}" type="pres">
      <dgm:prSet presAssocID="{8B7DB18B-9EE7-4946-BD02-5B83A23CA221}" presName="sibTrans" presStyleLbl="sibTrans1D1" presStyleIdx="5" presStyleCnt="9"/>
      <dgm:spPr/>
    </dgm:pt>
    <dgm:pt modelId="{4CAE434E-E40A-4EDB-9BBA-1AE32DDEFA95}" type="pres">
      <dgm:prSet presAssocID="{8B7DB18B-9EE7-4946-BD02-5B83A23CA221}" presName="connectorText" presStyleLbl="sibTrans1D1" presStyleIdx="5" presStyleCnt="9"/>
      <dgm:spPr/>
    </dgm:pt>
    <dgm:pt modelId="{9FCD9116-697E-4337-A300-1863A013B02E}" type="pres">
      <dgm:prSet presAssocID="{3373B037-055D-4B21-9399-F158894F58E3}" presName="node" presStyleLbl="node1" presStyleIdx="6" presStyleCnt="10">
        <dgm:presLayoutVars>
          <dgm:bulletEnabled val="1"/>
        </dgm:presLayoutVars>
      </dgm:prSet>
      <dgm:spPr/>
    </dgm:pt>
    <dgm:pt modelId="{8584967C-D126-44E6-A94F-3D6674C4C4E7}" type="pres">
      <dgm:prSet presAssocID="{A7EBD69B-5A9B-4F1B-BD80-7424E44829FF}" presName="sibTrans" presStyleLbl="sibTrans1D1" presStyleIdx="6" presStyleCnt="9"/>
      <dgm:spPr/>
    </dgm:pt>
    <dgm:pt modelId="{36B133CB-3633-472B-9255-00D082582726}" type="pres">
      <dgm:prSet presAssocID="{A7EBD69B-5A9B-4F1B-BD80-7424E44829FF}" presName="connectorText" presStyleLbl="sibTrans1D1" presStyleIdx="6" presStyleCnt="9"/>
      <dgm:spPr/>
    </dgm:pt>
    <dgm:pt modelId="{2FC30554-2836-4511-9A13-C32124B6609C}" type="pres">
      <dgm:prSet presAssocID="{3A95C89A-DBF9-4867-8E8D-81E18968EE40}" presName="node" presStyleLbl="node1" presStyleIdx="7" presStyleCnt="10">
        <dgm:presLayoutVars>
          <dgm:bulletEnabled val="1"/>
        </dgm:presLayoutVars>
      </dgm:prSet>
      <dgm:spPr/>
    </dgm:pt>
    <dgm:pt modelId="{8C9EDF09-BC25-4431-A75D-FF3C49ACA802}" type="pres">
      <dgm:prSet presAssocID="{9690D3D7-3BA7-4BC2-A75E-D90446A2C76A}" presName="sibTrans" presStyleLbl="sibTrans1D1" presStyleIdx="7" presStyleCnt="9"/>
      <dgm:spPr/>
    </dgm:pt>
    <dgm:pt modelId="{5AC8E587-9263-435D-9E63-4DEEEA3E40EC}" type="pres">
      <dgm:prSet presAssocID="{9690D3D7-3BA7-4BC2-A75E-D90446A2C76A}" presName="connectorText" presStyleLbl="sibTrans1D1" presStyleIdx="7" presStyleCnt="9"/>
      <dgm:spPr/>
    </dgm:pt>
    <dgm:pt modelId="{388EFD0C-D6FA-4D48-9367-74521FB9ADDC}" type="pres">
      <dgm:prSet presAssocID="{9E10A502-B617-4FC7-89BE-5D62B5734114}" presName="node" presStyleLbl="node1" presStyleIdx="8" presStyleCnt="10">
        <dgm:presLayoutVars>
          <dgm:bulletEnabled val="1"/>
        </dgm:presLayoutVars>
      </dgm:prSet>
      <dgm:spPr/>
    </dgm:pt>
    <dgm:pt modelId="{CA58C8A1-000E-40FA-AE74-22E8A31339F8}" type="pres">
      <dgm:prSet presAssocID="{B0E51013-4F0C-4CBB-874A-8910B394B983}" presName="sibTrans" presStyleLbl="sibTrans1D1" presStyleIdx="8" presStyleCnt="9"/>
      <dgm:spPr/>
    </dgm:pt>
    <dgm:pt modelId="{56C98F57-68E7-497E-9D2F-C2850221EBB4}" type="pres">
      <dgm:prSet presAssocID="{B0E51013-4F0C-4CBB-874A-8910B394B983}" presName="connectorText" presStyleLbl="sibTrans1D1" presStyleIdx="8" presStyleCnt="9"/>
      <dgm:spPr/>
    </dgm:pt>
    <dgm:pt modelId="{3D43A8BD-9CD3-46CC-9C40-24653CAB5460}" type="pres">
      <dgm:prSet presAssocID="{30FF12E6-87CE-4BBE-B5B4-45A4F0BFB1A6}" presName="node" presStyleLbl="node1" presStyleIdx="9" presStyleCnt="10">
        <dgm:presLayoutVars>
          <dgm:bulletEnabled val="1"/>
        </dgm:presLayoutVars>
      </dgm:prSet>
      <dgm:spPr/>
    </dgm:pt>
  </dgm:ptLst>
  <dgm:cxnLst>
    <dgm:cxn modelId="{90818B01-4A5B-40A3-A38A-7E54FFCF59F8}" type="presOf" srcId="{D53AFC20-0CAD-4B04-A2CF-E5F096EE70F4}" destId="{66C7FB80-FCF7-4420-8CBF-8756CF487A5D}" srcOrd="0" destOrd="0" presId="urn:microsoft.com/office/officeart/2016/7/layout/RepeatingBendingProcessNew"/>
    <dgm:cxn modelId="{F3CBC207-0A8E-4EAA-92A3-41B579639C59}" type="presOf" srcId="{3373B037-055D-4B21-9399-F158894F58E3}" destId="{9FCD9116-697E-4337-A300-1863A013B02E}" srcOrd="0" destOrd="0" presId="urn:microsoft.com/office/officeart/2016/7/layout/RepeatingBendingProcessNew"/>
    <dgm:cxn modelId="{D66D5A08-DA3C-4CB5-A7F0-269E5856FDE0}" srcId="{21385E3A-C837-4D6E-B28D-7C40AB9EBC3E}" destId="{BEA5D792-56F2-4BCC-921C-9E9E684B2889}" srcOrd="4" destOrd="0" parTransId="{EF2B79EC-C23B-4F1D-ACA1-C7B511AAD909}" sibTransId="{EEC1A139-4AEB-4A9A-AB41-0F6F8760A488}"/>
    <dgm:cxn modelId="{0505F50B-3062-40B3-B185-8B5C94A1DEF0}" type="presOf" srcId="{21385E3A-C837-4D6E-B28D-7C40AB9EBC3E}" destId="{26A81220-50DC-470E-9C0E-5D29A8DF9F63}" srcOrd="0" destOrd="0" presId="urn:microsoft.com/office/officeart/2016/7/layout/RepeatingBendingProcessNew"/>
    <dgm:cxn modelId="{7380910C-5F0C-430D-A1E5-F3768B466A07}" srcId="{21385E3A-C837-4D6E-B28D-7C40AB9EBC3E}" destId="{0DB46DCD-1637-478A-9CB9-205B021CE6E6}" srcOrd="2" destOrd="0" parTransId="{045B6CF5-6FC3-465A-9B28-3F9F2ED7E5EF}" sibTransId="{35BFEED7-FE2F-4B73-8F5C-D20F2EAC4661}"/>
    <dgm:cxn modelId="{4115BC0C-956C-4113-B0B1-7963082BA1AA}" type="presOf" srcId="{8B7DB18B-9EE7-4946-BD02-5B83A23CA221}" destId="{4CAE434E-E40A-4EDB-9BBA-1AE32DDEFA95}" srcOrd="1" destOrd="0" presId="urn:microsoft.com/office/officeart/2016/7/layout/RepeatingBendingProcessNew"/>
    <dgm:cxn modelId="{43B62E0E-2784-436A-870F-482989A62A20}" type="presOf" srcId="{35BFEED7-FE2F-4B73-8F5C-D20F2EAC4661}" destId="{65B16C32-468F-4C58-B7D2-4042F9573E87}" srcOrd="0" destOrd="0" presId="urn:microsoft.com/office/officeart/2016/7/layout/RepeatingBendingProcessNew"/>
    <dgm:cxn modelId="{1B27A81D-8170-48F1-8BB8-069B8DB53DE6}" type="presOf" srcId="{30FF12E6-87CE-4BBE-B5B4-45A4F0BFB1A6}" destId="{3D43A8BD-9CD3-46CC-9C40-24653CAB5460}" srcOrd="0" destOrd="0" presId="urn:microsoft.com/office/officeart/2016/7/layout/RepeatingBendingProcessNew"/>
    <dgm:cxn modelId="{B0928229-1B2B-4604-913F-15D6379CD508}" type="presOf" srcId="{A27B2372-45FE-4B3D-B903-5554BD8F2767}" destId="{09DBB2FC-F1E4-452E-BD70-15FDE8D6EC02}" srcOrd="0" destOrd="0" presId="urn:microsoft.com/office/officeart/2016/7/layout/RepeatingBendingProcessNew"/>
    <dgm:cxn modelId="{CAE5812D-D029-45BC-9E90-3449A505AAE8}" type="presOf" srcId="{A27B2372-45FE-4B3D-B903-5554BD8F2767}" destId="{34ACD5DC-BB24-46D4-A357-086A4EEB4FF5}" srcOrd="1" destOrd="0" presId="urn:microsoft.com/office/officeart/2016/7/layout/RepeatingBendingProcessNew"/>
    <dgm:cxn modelId="{E0247930-55DB-43FA-8BA7-4A9780F5D376}" type="presOf" srcId="{3E31248F-1CC3-41E8-A147-6BD822EDB896}" destId="{19B060F0-3408-48C0-8B79-58830F7431E7}" srcOrd="1" destOrd="0" presId="urn:microsoft.com/office/officeart/2016/7/layout/RepeatingBendingProcessNew"/>
    <dgm:cxn modelId="{E1F2583A-A3CD-4F25-8762-2B79787666E6}" type="presOf" srcId="{9E10A502-B617-4FC7-89BE-5D62B5734114}" destId="{388EFD0C-D6FA-4D48-9367-74521FB9ADDC}" srcOrd="0" destOrd="0" presId="urn:microsoft.com/office/officeart/2016/7/layout/RepeatingBendingProcessNew"/>
    <dgm:cxn modelId="{8A1E383B-488A-4495-8124-B7FEFB398903}" type="presOf" srcId="{33A04F05-B1C3-4E11-91B7-C081C76E9EAE}" destId="{75C03EFE-7070-4DC7-ACD2-88791AA1FD06}" srcOrd="0" destOrd="0" presId="urn:microsoft.com/office/officeart/2016/7/layout/RepeatingBendingProcessNew"/>
    <dgm:cxn modelId="{082F3060-33F4-4B84-BCD4-B568F7692CA5}" srcId="{21385E3A-C837-4D6E-B28D-7C40AB9EBC3E}" destId="{DC9E1E51-E6E2-4F12-9A5D-DC6977F0BECA}" srcOrd="3" destOrd="0" parTransId="{0436AA46-F5B5-495F-A452-456C0492A585}" sibTransId="{D53AFC20-0CAD-4B04-A2CF-E5F096EE70F4}"/>
    <dgm:cxn modelId="{91A66146-287A-46E3-82F4-5EE1C8670ED3}" type="presOf" srcId="{4D365C58-9821-4F6F-B589-E9238B547F2D}" destId="{34863BCA-3816-4C45-B47B-C874A10328CD}" srcOrd="0" destOrd="0" presId="urn:microsoft.com/office/officeart/2016/7/layout/RepeatingBendingProcessNew"/>
    <dgm:cxn modelId="{3D102569-24AB-4167-9B7B-F80FF196F2C6}" type="presOf" srcId="{35BFEED7-FE2F-4B73-8F5C-D20F2EAC4661}" destId="{B4864D57-69E1-4437-8767-DBE2CD4ECC84}" srcOrd="1" destOrd="0" presId="urn:microsoft.com/office/officeart/2016/7/layout/RepeatingBendingProcessNew"/>
    <dgm:cxn modelId="{99286C55-C0A0-4CBB-9694-5C55EB79EA7F}" type="presOf" srcId="{B0E51013-4F0C-4CBB-874A-8910B394B983}" destId="{56C98F57-68E7-497E-9D2F-C2850221EBB4}" srcOrd="1" destOrd="0" presId="urn:microsoft.com/office/officeart/2016/7/layout/RepeatingBendingProcessNew"/>
    <dgm:cxn modelId="{2318CC76-3A88-47EF-BE20-39F8E3D8E0F1}" type="presOf" srcId="{3A95C89A-DBF9-4867-8E8D-81E18968EE40}" destId="{2FC30554-2836-4511-9A13-C32124B6609C}" srcOrd="0" destOrd="0" presId="urn:microsoft.com/office/officeart/2016/7/layout/RepeatingBendingProcessNew"/>
    <dgm:cxn modelId="{76D97958-E9EE-4C04-AE87-DE0325411661}" srcId="{21385E3A-C837-4D6E-B28D-7C40AB9EBC3E}" destId="{4D365C58-9821-4F6F-B589-E9238B547F2D}" srcOrd="0" destOrd="0" parTransId="{075B80EF-52CC-4BB8-952F-673D1CCB23A0}" sibTransId="{A27B2372-45FE-4B3D-B903-5554BD8F2767}"/>
    <dgm:cxn modelId="{B6ECAE7B-6965-4DA3-A72E-EBC2352F522F}" type="presOf" srcId="{A7EBD69B-5A9B-4F1B-BD80-7424E44829FF}" destId="{8584967C-D126-44E6-A94F-3D6674C4C4E7}" srcOrd="0" destOrd="0" presId="urn:microsoft.com/office/officeart/2016/7/layout/RepeatingBendingProcessNew"/>
    <dgm:cxn modelId="{A85E0287-E2DB-4CF1-93B6-C79FBDB3BA6D}" type="presOf" srcId="{DC9E1E51-E6E2-4F12-9A5D-DC6977F0BECA}" destId="{212C67C3-65B2-432D-8C30-32B3624F5D03}" srcOrd="0" destOrd="0" presId="urn:microsoft.com/office/officeart/2016/7/layout/RepeatingBendingProcessNew"/>
    <dgm:cxn modelId="{CB1C758B-2DC9-4383-A4DA-CD304635E63D}" srcId="{21385E3A-C837-4D6E-B28D-7C40AB9EBC3E}" destId="{C076DC57-2CFD-447A-8FE7-2D6DE149027D}" srcOrd="1" destOrd="0" parTransId="{FAF24873-7AB2-46A2-B210-D0F58C93B6A8}" sibTransId="{3E31248F-1CC3-41E8-A147-6BD822EDB896}"/>
    <dgm:cxn modelId="{6DDF9B9A-405E-4A49-90DF-DA8BC2110AFB}" type="presOf" srcId="{C076DC57-2CFD-447A-8FE7-2D6DE149027D}" destId="{5DF643F9-B95E-4C41-B1F0-145EB8E925BA}" srcOrd="0" destOrd="0" presId="urn:microsoft.com/office/officeart/2016/7/layout/RepeatingBendingProcessNew"/>
    <dgm:cxn modelId="{F7BFB7A1-806D-4560-81C5-DE1ADD060C07}" type="presOf" srcId="{A7EBD69B-5A9B-4F1B-BD80-7424E44829FF}" destId="{36B133CB-3633-472B-9255-00D082582726}" srcOrd="1" destOrd="0" presId="urn:microsoft.com/office/officeart/2016/7/layout/RepeatingBendingProcessNew"/>
    <dgm:cxn modelId="{4AF4AEB5-3CB6-4A08-BD60-17BAA5EFF9B7}" srcId="{21385E3A-C837-4D6E-B28D-7C40AB9EBC3E}" destId="{9E10A502-B617-4FC7-89BE-5D62B5734114}" srcOrd="8" destOrd="0" parTransId="{F27BB65E-F9E3-4585-AF99-0949FEB014E5}" sibTransId="{B0E51013-4F0C-4CBB-874A-8910B394B983}"/>
    <dgm:cxn modelId="{AD599DB8-5EA4-4EBC-9D14-772ACC00F34A}" srcId="{21385E3A-C837-4D6E-B28D-7C40AB9EBC3E}" destId="{30FF12E6-87CE-4BBE-B5B4-45A4F0BFB1A6}" srcOrd="9" destOrd="0" parTransId="{76DACDD4-3F76-4CD8-A4A7-F7477BF5CFF5}" sibTransId="{AD87F90E-BDC8-44AA-B549-853C073E3AF7}"/>
    <dgm:cxn modelId="{F875C8B8-2F12-4996-92DA-B0915D6993BE}" type="presOf" srcId="{BEA5D792-56F2-4BCC-921C-9E9E684B2889}" destId="{B9153168-5219-4D26-BD48-3F406C5FD6A2}" srcOrd="0" destOrd="0" presId="urn:microsoft.com/office/officeart/2016/7/layout/RepeatingBendingProcessNew"/>
    <dgm:cxn modelId="{D45572C6-8BEC-488E-9AE8-B3725EA2F22D}" srcId="{21385E3A-C837-4D6E-B28D-7C40AB9EBC3E}" destId="{3A95C89A-DBF9-4867-8E8D-81E18968EE40}" srcOrd="7" destOrd="0" parTransId="{BA8BF0F7-B64D-426A-BBC1-0FB4F951E3B9}" sibTransId="{9690D3D7-3BA7-4BC2-A75E-D90446A2C76A}"/>
    <dgm:cxn modelId="{C0D293CA-6DEA-445C-8E48-22CEB5B529B8}" type="presOf" srcId="{8B7DB18B-9EE7-4946-BD02-5B83A23CA221}" destId="{54DF54D2-FB1F-44B3-B583-53CB2EEBDB8F}" srcOrd="0" destOrd="0" presId="urn:microsoft.com/office/officeart/2016/7/layout/RepeatingBendingProcessNew"/>
    <dgm:cxn modelId="{E60EFDD0-EF45-4736-BAE6-284EEFD7C8C5}" type="presOf" srcId="{EEC1A139-4AEB-4A9A-AB41-0F6F8760A488}" destId="{F00C850B-EC32-4CD9-92C3-ACE55812EC1A}" srcOrd="1" destOrd="0" presId="urn:microsoft.com/office/officeart/2016/7/layout/RepeatingBendingProcessNew"/>
    <dgm:cxn modelId="{56BF09D2-AC91-4C82-9F23-B5BC71267AE1}" type="presOf" srcId="{9690D3D7-3BA7-4BC2-A75E-D90446A2C76A}" destId="{5AC8E587-9263-435D-9E63-4DEEEA3E40EC}" srcOrd="1" destOrd="0" presId="urn:microsoft.com/office/officeart/2016/7/layout/RepeatingBendingProcessNew"/>
    <dgm:cxn modelId="{BFDEB6D4-384B-4907-A786-5224A0652825}" type="presOf" srcId="{9690D3D7-3BA7-4BC2-A75E-D90446A2C76A}" destId="{8C9EDF09-BC25-4431-A75D-FF3C49ACA802}" srcOrd="0" destOrd="0" presId="urn:microsoft.com/office/officeart/2016/7/layout/RepeatingBendingProcessNew"/>
    <dgm:cxn modelId="{C6BBE1DD-5CF2-4554-B68D-84977C20122E}" srcId="{21385E3A-C837-4D6E-B28D-7C40AB9EBC3E}" destId="{33A04F05-B1C3-4E11-91B7-C081C76E9EAE}" srcOrd="5" destOrd="0" parTransId="{0A8CF5B1-391F-4BF4-88EF-521D66CD7449}" sibTransId="{8B7DB18B-9EE7-4946-BD02-5B83A23CA221}"/>
    <dgm:cxn modelId="{EAC2B8F1-5F47-4F88-A669-DAD029E09DB9}" type="presOf" srcId="{D53AFC20-0CAD-4B04-A2CF-E5F096EE70F4}" destId="{B807FED6-485D-4FCE-A688-7609A37865DA}" srcOrd="1" destOrd="0" presId="urn:microsoft.com/office/officeart/2016/7/layout/RepeatingBendingProcessNew"/>
    <dgm:cxn modelId="{526CDDF2-FC6F-4753-AA69-A37370FAE952}" srcId="{21385E3A-C837-4D6E-B28D-7C40AB9EBC3E}" destId="{3373B037-055D-4B21-9399-F158894F58E3}" srcOrd="6" destOrd="0" parTransId="{4DE97E04-847C-496F-9B71-A3826316E6DB}" sibTransId="{A7EBD69B-5A9B-4F1B-BD80-7424E44829FF}"/>
    <dgm:cxn modelId="{17A1E4F2-0A82-4FDF-8247-BFD1F734EF9B}" type="presOf" srcId="{0DB46DCD-1637-478A-9CB9-205B021CE6E6}" destId="{691B0C2A-61DF-439A-BBF9-1E0BCBFCBE72}" srcOrd="0" destOrd="0" presId="urn:microsoft.com/office/officeart/2016/7/layout/RepeatingBendingProcessNew"/>
    <dgm:cxn modelId="{722F58F3-FAA3-4968-A000-7A505FDC804B}" type="presOf" srcId="{EEC1A139-4AEB-4A9A-AB41-0F6F8760A488}" destId="{50537F57-42AF-4546-81EE-B33EA8E807F2}" srcOrd="0" destOrd="0" presId="urn:microsoft.com/office/officeart/2016/7/layout/RepeatingBendingProcessNew"/>
    <dgm:cxn modelId="{CF099AF9-962C-4429-813F-2285177DEDB9}" type="presOf" srcId="{3E31248F-1CC3-41E8-A147-6BD822EDB896}" destId="{13C3E7DD-F0DD-46D0-89D3-9712F0F7CEC8}" srcOrd="0" destOrd="0" presId="urn:microsoft.com/office/officeart/2016/7/layout/RepeatingBendingProcessNew"/>
    <dgm:cxn modelId="{A46160FB-0B74-45AB-B36F-CDAD5068E329}" type="presOf" srcId="{B0E51013-4F0C-4CBB-874A-8910B394B983}" destId="{CA58C8A1-000E-40FA-AE74-22E8A31339F8}" srcOrd="0" destOrd="0" presId="urn:microsoft.com/office/officeart/2016/7/layout/RepeatingBendingProcessNew"/>
    <dgm:cxn modelId="{4C71EBAC-9B75-4993-8AF3-F9E102CD0A7F}" type="presParOf" srcId="{26A81220-50DC-470E-9C0E-5D29A8DF9F63}" destId="{34863BCA-3816-4C45-B47B-C874A10328CD}" srcOrd="0" destOrd="0" presId="urn:microsoft.com/office/officeart/2016/7/layout/RepeatingBendingProcessNew"/>
    <dgm:cxn modelId="{3F407C9F-E153-4F15-852C-D9F3FF5629AB}" type="presParOf" srcId="{26A81220-50DC-470E-9C0E-5D29A8DF9F63}" destId="{09DBB2FC-F1E4-452E-BD70-15FDE8D6EC02}" srcOrd="1" destOrd="0" presId="urn:microsoft.com/office/officeart/2016/7/layout/RepeatingBendingProcessNew"/>
    <dgm:cxn modelId="{A24809E0-31C9-4160-9683-8B7520EBA0B5}" type="presParOf" srcId="{09DBB2FC-F1E4-452E-BD70-15FDE8D6EC02}" destId="{34ACD5DC-BB24-46D4-A357-086A4EEB4FF5}" srcOrd="0" destOrd="0" presId="urn:microsoft.com/office/officeart/2016/7/layout/RepeatingBendingProcessNew"/>
    <dgm:cxn modelId="{8B35719E-580C-472E-AE3A-AF4CCF0ACF7B}" type="presParOf" srcId="{26A81220-50DC-470E-9C0E-5D29A8DF9F63}" destId="{5DF643F9-B95E-4C41-B1F0-145EB8E925BA}" srcOrd="2" destOrd="0" presId="urn:microsoft.com/office/officeart/2016/7/layout/RepeatingBendingProcessNew"/>
    <dgm:cxn modelId="{589B24D4-B0B5-40B4-AEA7-95466F295E81}" type="presParOf" srcId="{26A81220-50DC-470E-9C0E-5D29A8DF9F63}" destId="{13C3E7DD-F0DD-46D0-89D3-9712F0F7CEC8}" srcOrd="3" destOrd="0" presId="urn:microsoft.com/office/officeart/2016/7/layout/RepeatingBendingProcessNew"/>
    <dgm:cxn modelId="{F5531360-F4C2-4CE1-ACF4-157C1097638B}" type="presParOf" srcId="{13C3E7DD-F0DD-46D0-89D3-9712F0F7CEC8}" destId="{19B060F0-3408-48C0-8B79-58830F7431E7}" srcOrd="0" destOrd="0" presId="urn:microsoft.com/office/officeart/2016/7/layout/RepeatingBendingProcessNew"/>
    <dgm:cxn modelId="{2363DC5D-8298-47E0-AE6E-710C53F889FF}" type="presParOf" srcId="{26A81220-50DC-470E-9C0E-5D29A8DF9F63}" destId="{691B0C2A-61DF-439A-BBF9-1E0BCBFCBE72}" srcOrd="4" destOrd="0" presId="urn:microsoft.com/office/officeart/2016/7/layout/RepeatingBendingProcessNew"/>
    <dgm:cxn modelId="{D21AFBCC-3867-427C-BA4A-893C96C34031}" type="presParOf" srcId="{26A81220-50DC-470E-9C0E-5D29A8DF9F63}" destId="{65B16C32-468F-4C58-B7D2-4042F9573E87}" srcOrd="5" destOrd="0" presId="urn:microsoft.com/office/officeart/2016/7/layout/RepeatingBendingProcessNew"/>
    <dgm:cxn modelId="{9D9B870D-65B1-496D-98C4-5EA24864542E}" type="presParOf" srcId="{65B16C32-468F-4C58-B7D2-4042F9573E87}" destId="{B4864D57-69E1-4437-8767-DBE2CD4ECC84}" srcOrd="0" destOrd="0" presId="urn:microsoft.com/office/officeart/2016/7/layout/RepeatingBendingProcessNew"/>
    <dgm:cxn modelId="{2D566D16-25D6-4EC8-9246-8147A62F341C}" type="presParOf" srcId="{26A81220-50DC-470E-9C0E-5D29A8DF9F63}" destId="{212C67C3-65B2-432D-8C30-32B3624F5D03}" srcOrd="6" destOrd="0" presId="urn:microsoft.com/office/officeart/2016/7/layout/RepeatingBendingProcessNew"/>
    <dgm:cxn modelId="{5B07FF92-CE48-45D5-812A-FC07F2BEA4A8}" type="presParOf" srcId="{26A81220-50DC-470E-9C0E-5D29A8DF9F63}" destId="{66C7FB80-FCF7-4420-8CBF-8756CF487A5D}" srcOrd="7" destOrd="0" presId="urn:microsoft.com/office/officeart/2016/7/layout/RepeatingBendingProcessNew"/>
    <dgm:cxn modelId="{23E21DCC-D8C8-4F51-9320-4184FCA1FE30}" type="presParOf" srcId="{66C7FB80-FCF7-4420-8CBF-8756CF487A5D}" destId="{B807FED6-485D-4FCE-A688-7609A37865DA}" srcOrd="0" destOrd="0" presId="urn:microsoft.com/office/officeart/2016/7/layout/RepeatingBendingProcessNew"/>
    <dgm:cxn modelId="{9BA5E5BC-10D4-4A46-B93F-E44A71E180F2}" type="presParOf" srcId="{26A81220-50DC-470E-9C0E-5D29A8DF9F63}" destId="{B9153168-5219-4D26-BD48-3F406C5FD6A2}" srcOrd="8" destOrd="0" presId="urn:microsoft.com/office/officeart/2016/7/layout/RepeatingBendingProcessNew"/>
    <dgm:cxn modelId="{7493D092-666B-4125-AB9E-AF99E50B3709}" type="presParOf" srcId="{26A81220-50DC-470E-9C0E-5D29A8DF9F63}" destId="{50537F57-42AF-4546-81EE-B33EA8E807F2}" srcOrd="9" destOrd="0" presId="urn:microsoft.com/office/officeart/2016/7/layout/RepeatingBendingProcessNew"/>
    <dgm:cxn modelId="{CF68320C-520A-4503-AF2E-1CCD816D5568}" type="presParOf" srcId="{50537F57-42AF-4546-81EE-B33EA8E807F2}" destId="{F00C850B-EC32-4CD9-92C3-ACE55812EC1A}" srcOrd="0" destOrd="0" presId="urn:microsoft.com/office/officeart/2016/7/layout/RepeatingBendingProcessNew"/>
    <dgm:cxn modelId="{21FE5401-9A30-44DE-A119-5F99B592C44A}" type="presParOf" srcId="{26A81220-50DC-470E-9C0E-5D29A8DF9F63}" destId="{75C03EFE-7070-4DC7-ACD2-88791AA1FD06}" srcOrd="10" destOrd="0" presId="urn:microsoft.com/office/officeart/2016/7/layout/RepeatingBendingProcessNew"/>
    <dgm:cxn modelId="{323D4097-29C2-490A-9C06-DDC61134BC73}" type="presParOf" srcId="{26A81220-50DC-470E-9C0E-5D29A8DF9F63}" destId="{54DF54D2-FB1F-44B3-B583-53CB2EEBDB8F}" srcOrd="11" destOrd="0" presId="urn:microsoft.com/office/officeart/2016/7/layout/RepeatingBendingProcessNew"/>
    <dgm:cxn modelId="{09A62C2A-0889-45E0-87B9-7C7F25F905E6}" type="presParOf" srcId="{54DF54D2-FB1F-44B3-B583-53CB2EEBDB8F}" destId="{4CAE434E-E40A-4EDB-9BBA-1AE32DDEFA95}" srcOrd="0" destOrd="0" presId="urn:microsoft.com/office/officeart/2016/7/layout/RepeatingBendingProcessNew"/>
    <dgm:cxn modelId="{1BCA5FCC-2243-4D06-BBFB-E6306D3B73B4}" type="presParOf" srcId="{26A81220-50DC-470E-9C0E-5D29A8DF9F63}" destId="{9FCD9116-697E-4337-A300-1863A013B02E}" srcOrd="12" destOrd="0" presId="urn:microsoft.com/office/officeart/2016/7/layout/RepeatingBendingProcessNew"/>
    <dgm:cxn modelId="{55304007-A4C2-40A9-9614-567D7AC237A3}" type="presParOf" srcId="{26A81220-50DC-470E-9C0E-5D29A8DF9F63}" destId="{8584967C-D126-44E6-A94F-3D6674C4C4E7}" srcOrd="13" destOrd="0" presId="urn:microsoft.com/office/officeart/2016/7/layout/RepeatingBendingProcessNew"/>
    <dgm:cxn modelId="{310A8378-00EB-4E91-94A7-D71FB53F82E8}" type="presParOf" srcId="{8584967C-D126-44E6-A94F-3D6674C4C4E7}" destId="{36B133CB-3633-472B-9255-00D082582726}" srcOrd="0" destOrd="0" presId="urn:microsoft.com/office/officeart/2016/7/layout/RepeatingBendingProcessNew"/>
    <dgm:cxn modelId="{182ADAA2-9AFC-4764-A741-15A0E4A38F24}" type="presParOf" srcId="{26A81220-50DC-470E-9C0E-5D29A8DF9F63}" destId="{2FC30554-2836-4511-9A13-C32124B6609C}" srcOrd="14" destOrd="0" presId="urn:microsoft.com/office/officeart/2016/7/layout/RepeatingBendingProcessNew"/>
    <dgm:cxn modelId="{73CD00CE-53FA-4CC9-97C5-0C026CC47A45}" type="presParOf" srcId="{26A81220-50DC-470E-9C0E-5D29A8DF9F63}" destId="{8C9EDF09-BC25-4431-A75D-FF3C49ACA802}" srcOrd="15" destOrd="0" presId="urn:microsoft.com/office/officeart/2016/7/layout/RepeatingBendingProcessNew"/>
    <dgm:cxn modelId="{85BDCF47-3667-4380-904A-7D1BAE0E3A98}" type="presParOf" srcId="{8C9EDF09-BC25-4431-A75D-FF3C49ACA802}" destId="{5AC8E587-9263-435D-9E63-4DEEEA3E40EC}" srcOrd="0" destOrd="0" presId="urn:microsoft.com/office/officeart/2016/7/layout/RepeatingBendingProcessNew"/>
    <dgm:cxn modelId="{98043444-6B59-4624-AE81-09BCD9FC8010}" type="presParOf" srcId="{26A81220-50DC-470E-9C0E-5D29A8DF9F63}" destId="{388EFD0C-D6FA-4D48-9367-74521FB9ADDC}" srcOrd="16" destOrd="0" presId="urn:microsoft.com/office/officeart/2016/7/layout/RepeatingBendingProcessNew"/>
    <dgm:cxn modelId="{E5AE2462-B2D5-4961-804C-CAA72A1B3C94}" type="presParOf" srcId="{26A81220-50DC-470E-9C0E-5D29A8DF9F63}" destId="{CA58C8A1-000E-40FA-AE74-22E8A31339F8}" srcOrd="17" destOrd="0" presId="urn:microsoft.com/office/officeart/2016/7/layout/RepeatingBendingProcessNew"/>
    <dgm:cxn modelId="{EF949EC6-030C-4DE8-BFDF-C473FCDCB8DC}" type="presParOf" srcId="{CA58C8A1-000E-40FA-AE74-22E8A31339F8}" destId="{56C98F57-68E7-497E-9D2F-C2850221EBB4}" srcOrd="0" destOrd="0" presId="urn:microsoft.com/office/officeart/2016/7/layout/RepeatingBendingProcessNew"/>
    <dgm:cxn modelId="{F55D2019-0C1F-4755-B9D9-4A0AE4B18901}" type="presParOf" srcId="{26A81220-50DC-470E-9C0E-5D29A8DF9F63}" destId="{3D43A8BD-9CD3-46CC-9C40-24653CAB5460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5683F4-8162-4B69-991A-8B162667E35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F5E4AC5-1B46-41BC-8BF4-74BC2C9153B3}">
      <dgm:prSet/>
      <dgm:spPr/>
      <dgm:t>
        <a:bodyPr/>
        <a:lstStyle/>
        <a:p>
          <a:pPr>
            <a:defRPr cap="all"/>
          </a:pPr>
          <a:r>
            <a:rPr lang="en-US"/>
            <a:t>Big Mountain is </a:t>
          </a:r>
          <a:r>
            <a:rPr lang="en-US" b="1"/>
            <a:t>undervaluing its tickets relative to market-supported price (~$96)</a:t>
          </a:r>
          <a:r>
            <a:rPr lang="en-US"/>
            <a:t>.</a:t>
          </a:r>
        </a:p>
      </dgm:t>
    </dgm:pt>
    <dgm:pt modelId="{7C84579D-EA12-4983-B0EA-1EC11F1B7FE2}" type="parTrans" cxnId="{913C4AB6-D495-4864-9D4A-0F19ECDD3FCA}">
      <dgm:prSet/>
      <dgm:spPr/>
      <dgm:t>
        <a:bodyPr/>
        <a:lstStyle/>
        <a:p>
          <a:endParaRPr lang="en-US"/>
        </a:p>
      </dgm:t>
    </dgm:pt>
    <dgm:pt modelId="{E951CC98-D49B-4EA6-A457-9B68F3E18AFA}" type="sibTrans" cxnId="{913C4AB6-D495-4864-9D4A-0F19ECDD3FCA}">
      <dgm:prSet/>
      <dgm:spPr/>
      <dgm:t>
        <a:bodyPr/>
        <a:lstStyle/>
        <a:p>
          <a:endParaRPr lang="en-US"/>
        </a:p>
      </dgm:t>
    </dgm:pt>
    <dgm:pt modelId="{6989D33A-58C8-4858-B4E4-5F627DBAFE88}">
      <dgm:prSet/>
      <dgm:spPr/>
      <dgm:t>
        <a:bodyPr/>
        <a:lstStyle/>
        <a:p>
          <a:pPr>
            <a:defRPr cap="all"/>
          </a:pPr>
          <a:r>
            <a:rPr lang="en-US"/>
            <a:t>Strategic feature additions (runs, lifts, vertical drop) unlock measurable pricing power.</a:t>
          </a:r>
        </a:p>
      </dgm:t>
    </dgm:pt>
    <dgm:pt modelId="{21138F67-6D58-43BC-867D-8BF6C13A8A8D}" type="parTrans" cxnId="{DABEDBA3-3FBB-4D54-8862-930CBB725AE8}">
      <dgm:prSet/>
      <dgm:spPr/>
      <dgm:t>
        <a:bodyPr/>
        <a:lstStyle/>
        <a:p>
          <a:endParaRPr lang="en-US"/>
        </a:p>
      </dgm:t>
    </dgm:pt>
    <dgm:pt modelId="{D2FA6F2F-B43F-4267-B488-FC10830239B9}" type="sibTrans" cxnId="{DABEDBA3-3FBB-4D54-8862-930CBB725AE8}">
      <dgm:prSet/>
      <dgm:spPr/>
      <dgm:t>
        <a:bodyPr/>
        <a:lstStyle/>
        <a:p>
          <a:endParaRPr lang="en-US"/>
        </a:p>
      </dgm:t>
    </dgm:pt>
    <dgm:pt modelId="{D42C7CDC-160B-4A98-ABE1-7B4BE347649C}">
      <dgm:prSet/>
      <dgm:spPr/>
      <dgm:t>
        <a:bodyPr/>
        <a:lstStyle/>
        <a:p>
          <a:pPr>
            <a:defRPr cap="all"/>
          </a:pPr>
          <a:r>
            <a:rPr lang="en-US"/>
            <a:t>Small improvements (snowmaking, marginal run extensions) show minimal impact.</a:t>
          </a:r>
        </a:p>
      </dgm:t>
    </dgm:pt>
    <dgm:pt modelId="{80EA8966-CAE6-4FC0-9A1C-353799CBEC3E}" type="parTrans" cxnId="{7346E8FD-2594-4223-A92D-E092C7A4F6AC}">
      <dgm:prSet/>
      <dgm:spPr/>
      <dgm:t>
        <a:bodyPr/>
        <a:lstStyle/>
        <a:p>
          <a:endParaRPr lang="en-US"/>
        </a:p>
      </dgm:t>
    </dgm:pt>
    <dgm:pt modelId="{E91F97FB-56CA-4949-A0D9-53B6E78BFE32}" type="sibTrans" cxnId="{7346E8FD-2594-4223-A92D-E092C7A4F6AC}">
      <dgm:prSet/>
      <dgm:spPr/>
      <dgm:t>
        <a:bodyPr/>
        <a:lstStyle/>
        <a:p>
          <a:endParaRPr lang="en-US"/>
        </a:p>
      </dgm:t>
    </dgm:pt>
    <dgm:pt modelId="{D6964946-BC3E-4990-B790-D3BF0C0DFF43}">
      <dgm:prSet/>
      <dgm:spPr/>
      <dgm:t>
        <a:bodyPr/>
        <a:lstStyle/>
        <a:p>
          <a:pPr>
            <a:defRPr cap="all"/>
          </a:pPr>
          <a:r>
            <a:rPr lang="en-US"/>
            <a:t>Recommendation: </a:t>
          </a:r>
          <a:r>
            <a:rPr lang="en-US" b="1"/>
            <a:t>implement controlled ticket price increases alongside targeted infrastructure investments</a:t>
          </a:r>
          <a:endParaRPr lang="en-US"/>
        </a:p>
      </dgm:t>
    </dgm:pt>
    <dgm:pt modelId="{04D6CF5E-7C02-4305-A578-A1456BEAFA33}" type="parTrans" cxnId="{1EAC6C9B-422D-42A3-BFBE-B661938A20B3}">
      <dgm:prSet/>
      <dgm:spPr/>
      <dgm:t>
        <a:bodyPr/>
        <a:lstStyle/>
        <a:p>
          <a:endParaRPr lang="en-US"/>
        </a:p>
      </dgm:t>
    </dgm:pt>
    <dgm:pt modelId="{50271B86-1456-459E-AE18-4FCC90487A21}" type="sibTrans" cxnId="{1EAC6C9B-422D-42A3-BFBE-B661938A20B3}">
      <dgm:prSet/>
      <dgm:spPr/>
      <dgm:t>
        <a:bodyPr/>
        <a:lstStyle/>
        <a:p>
          <a:endParaRPr lang="en-US"/>
        </a:p>
      </dgm:t>
    </dgm:pt>
    <dgm:pt modelId="{D7E7486A-EB72-4C2B-916F-E992B9CF61BC}" type="pres">
      <dgm:prSet presAssocID="{B85683F4-8162-4B69-991A-8B162667E352}" presName="root" presStyleCnt="0">
        <dgm:presLayoutVars>
          <dgm:dir/>
          <dgm:resizeHandles val="exact"/>
        </dgm:presLayoutVars>
      </dgm:prSet>
      <dgm:spPr/>
    </dgm:pt>
    <dgm:pt modelId="{EBB57A3D-0525-4FE5-A5CB-00BB0D5A3D08}" type="pres">
      <dgm:prSet presAssocID="{DF5E4AC5-1B46-41BC-8BF4-74BC2C9153B3}" presName="compNode" presStyleCnt="0"/>
      <dgm:spPr/>
    </dgm:pt>
    <dgm:pt modelId="{FC44DEEB-4DD5-4E25-A6AE-C29EDD84A892}" type="pres">
      <dgm:prSet presAssocID="{DF5E4AC5-1B46-41BC-8BF4-74BC2C9153B3}" presName="iconBgRect" presStyleLbl="bgShp" presStyleIdx="0" presStyleCnt="4"/>
      <dgm:spPr/>
    </dgm:pt>
    <dgm:pt modelId="{66166EB0-6691-4469-8150-400BAD6145FC}" type="pres">
      <dgm:prSet presAssocID="{DF5E4AC5-1B46-41BC-8BF4-74BC2C9153B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A830855C-B8C0-42EA-9FE1-295D9DF2134F}" type="pres">
      <dgm:prSet presAssocID="{DF5E4AC5-1B46-41BC-8BF4-74BC2C9153B3}" presName="spaceRect" presStyleCnt="0"/>
      <dgm:spPr/>
    </dgm:pt>
    <dgm:pt modelId="{2FE7ED03-226E-4E93-97B7-8FD243E7D23A}" type="pres">
      <dgm:prSet presAssocID="{DF5E4AC5-1B46-41BC-8BF4-74BC2C9153B3}" presName="textRect" presStyleLbl="revTx" presStyleIdx="0" presStyleCnt="4">
        <dgm:presLayoutVars>
          <dgm:chMax val="1"/>
          <dgm:chPref val="1"/>
        </dgm:presLayoutVars>
      </dgm:prSet>
      <dgm:spPr/>
    </dgm:pt>
    <dgm:pt modelId="{7B87695A-9246-486C-B710-4216A0E49602}" type="pres">
      <dgm:prSet presAssocID="{E951CC98-D49B-4EA6-A457-9B68F3E18AFA}" presName="sibTrans" presStyleCnt="0"/>
      <dgm:spPr/>
    </dgm:pt>
    <dgm:pt modelId="{1C1D305F-F414-405F-9AA7-53DF50837AF1}" type="pres">
      <dgm:prSet presAssocID="{6989D33A-58C8-4858-B4E4-5F627DBAFE88}" presName="compNode" presStyleCnt="0"/>
      <dgm:spPr/>
    </dgm:pt>
    <dgm:pt modelId="{D7A694C0-2CB8-4D1F-9816-C80E1C126855}" type="pres">
      <dgm:prSet presAssocID="{6989D33A-58C8-4858-B4E4-5F627DBAFE88}" presName="iconBgRect" presStyleLbl="bgShp" presStyleIdx="1" presStyleCnt="4"/>
      <dgm:spPr/>
    </dgm:pt>
    <dgm:pt modelId="{57D9AA7F-F0A4-44A4-9CBA-C84F22966E40}" type="pres">
      <dgm:prSet presAssocID="{6989D33A-58C8-4858-B4E4-5F627DBAFE8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60547E67-961F-45A4-9ACE-722CD135398E}" type="pres">
      <dgm:prSet presAssocID="{6989D33A-58C8-4858-B4E4-5F627DBAFE88}" presName="spaceRect" presStyleCnt="0"/>
      <dgm:spPr/>
    </dgm:pt>
    <dgm:pt modelId="{D4E0170A-AB9C-4C81-8138-5E08E2000849}" type="pres">
      <dgm:prSet presAssocID="{6989D33A-58C8-4858-B4E4-5F627DBAFE88}" presName="textRect" presStyleLbl="revTx" presStyleIdx="1" presStyleCnt="4">
        <dgm:presLayoutVars>
          <dgm:chMax val="1"/>
          <dgm:chPref val="1"/>
        </dgm:presLayoutVars>
      </dgm:prSet>
      <dgm:spPr/>
    </dgm:pt>
    <dgm:pt modelId="{423C2053-69C3-44F3-9D69-5833493109AD}" type="pres">
      <dgm:prSet presAssocID="{D2FA6F2F-B43F-4267-B488-FC10830239B9}" presName="sibTrans" presStyleCnt="0"/>
      <dgm:spPr/>
    </dgm:pt>
    <dgm:pt modelId="{2A7D6686-2976-4939-845B-50938256CC17}" type="pres">
      <dgm:prSet presAssocID="{D42C7CDC-160B-4A98-ABE1-7B4BE347649C}" presName="compNode" presStyleCnt="0"/>
      <dgm:spPr/>
    </dgm:pt>
    <dgm:pt modelId="{025774D1-57BB-49F8-8864-45AA118732DF}" type="pres">
      <dgm:prSet presAssocID="{D42C7CDC-160B-4A98-ABE1-7B4BE347649C}" presName="iconBgRect" presStyleLbl="bgShp" presStyleIdx="2" presStyleCnt="4"/>
      <dgm:spPr/>
    </dgm:pt>
    <dgm:pt modelId="{456EFD5E-31DE-4618-8DE2-523B7D6D4AC2}" type="pres">
      <dgm:prSet presAssocID="{D42C7CDC-160B-4A98-ABE1-7B4BE347649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ow"/>
        </a:ext>
      </dgm:extLst>
    </dgm:pt>
    <dgm:pt modelId="{C6745E35-7025-40E4-96CC-9E2DF574F09F}" type="pres">
      <dgm:prSet presAssocID="{D42C7CDC-160B-4A98-ABE1-7B4BE347649C}" presName="spaceRect" presStyleCnt="0"/>
      <dgm:spPr/>
    </dgm:pt>
    <dgm:pt modelId="{1BAD02E0-3A0F-45AB-97BB-2791D76CD2C8}" type="pres">
      <dgm:prSet presAssocID="{D42C7CDC-160B-4A98-ABE1-7B4BE347649C}" presName="textRect" presStyleLbl="revTx" presStyleIdx="2" presStyleCnt="4">
        <dgm:presLayoutVars>
          <dgm:chMax val="1"/>
          <dgm:chPref val="1"/>
        </dgm:presLayoutVars>
      </dgm:prSet>
      <dgm:spPr/>
    </dgm:pt>
    <dgm:pt modelId="{7876E318-D307-4B9F-AA95-6E960A5418CE}" type="pres">
      <dgm:prSet presAssocID="{E91F97FB-56CA-4949-A0D9-53B6E78BFE32}" presName="sibTrans" presStyleCnt="0"/>
      <dgm:spPr/>
    </dgm:pt>
    <dgm:pt modelId="{5D3B6AD4-E5C2-42D4-BE86-85E53B25D565}" type="pres">
      <dgm:prSet presAssocID="{D6964946-BC3E-4990-B790-D3BF0C0DFF43}" presName="compNode" presStyleCnt="0"/>
      <dgm:spPr/>
    </dgm:pt>
    <dgm:pt modelId="{B69456B1-E25E-4201-BF8D-3588EF925CAB}" type="pres">
      <dgm:prSet presAssocID="{D6964946-BC3E-4990-B790-D3BF0C0DFF43}" presName="iconBgRect" presStyleLbl="bgShp" presStyleIdx="3" presStyleCnt="4"/>
      <dgm:spPr/>
    </dgm:pt>
    <dgm:pt modelId="{26E918DF-6334-4877-A184-0C14BB1B4B6C}" type="pres">
      <dgm:prSet presAssocID="{D6964946-BC3E-4990-B790-D3BF0C0DFF4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E25A73B3-F1EA-4054-89D4-F48269DDCABB}" type="pres">
      <dgm:prSet presAssocID="{D6964946-BC3E-4990-B790-D3BF0C0DFF43}" presName="spaceRect" presStyleCnt="0"/>
      <dgm:spPr/>
    </dgm:pt>
    <dgm:pt modelId="{FB3001FB-1BDE-4748-9FD6-6EF43A1FCC4A}" type="pres">
      <dgm:prSet presAssocID="{D6964946-BC3E-4990-B790-D3BF0C0DFF4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6E77E59-D1F9-4D82-BDE1-519CD057C0F3}" type="presOf" srcId="{D6964946-BC3E-4990-B790-D3BF0C0DFF43}" destId="{FB3001FB-1BDE-4748-9FD6-6EF43A1FCC4A}" srcOrd="0" destOrd="0" presId="urn:microsoft.com/office/officeart/2018/5/layout/IconCircleLabelList"/>
    <dgm:cxn modelId="{0F93D082-5C74-4CA3-8E4F-D3A1FF3CED56}" type="presOf" srcId="{6989D33A-58C8-4858-B4E4-5F627DBAFE88}" destId="{D4E0170A-AB9C-4C81-8138-5E08E2000849}" srcOrd="0" destOrd="0" presId="urn:microsoft.com/office/officeart/2018/5/layout/IconCircleLabelList"/>
    <dgm:cxn modelId="{BD769093-E5BA-4B6A-9C4C-801AE7ACA4E3}" type="presOf" srcId="{D42C7CDC-160B-4A98-ABE1-7B4BE347649C}" destId="{1BAD02E0-3A0F-45AB-97BB-2791D76CD2C8}" srcOrd="0" destOrd="0" presId="urn:microsoft.com/office/officeart/2018/5/layout/IconCircleLabelList"/>
    <dgm:cxn modelId="{D9BFDD99-B4AE-480E-BC81-85C585B840B3}" type="presOf" srcId="{DF5E4AC5-1B46-41BC-8BF4-74BC2C9153B3}" destId="{2FE7ED03-226E-4E93-97B7-8FD243E7D23A}" srcOrd="0" destOrd="0" presId="urn:microsoft.com/office/officeart/2018/5/layout/IconCircleLabelList"/>
    <dgm:cxn modelId="{1EAC6C9B-422D-42A3-BFBE-B661938A20B3}" srcId="{B85683F4-8162-4B69-991A-8B162667E352}" destId="{D6964946-BC3E-4990-B790-D3BF0C0DFF43}" srcOrd="3" destOrd="0" parTransId="{04D6CF5E-7C02-4305-A578-A1456BEAFA33}" sibTransId="{50271B86-1456-459E-AE18-4FCC90487A21}"/>
    <dgm:cxn modelId="{DABEDBA3-3FBB-4D54-8862-930CBB725AE8}" srcId="{B85683F4-8162-4B69-991A-8B162667E352}" destId="{6989D33A-58C8-4858-B4E4-5F627DBAFE88}" srcOrd="1" destOrd="0" parTransId="{21138F67-6D58-43BC-867D-8BF6C13A8A8D}" sibTransId="{D2FA6F2F-B43F-4267-B488-FC10830239B9}"/>
    <dgm:cxn modelId="{913C4AB6-D495-4864-9D4A-0F19ECDD3FCA}" srcId="{B85683F4-8162-4B69-991A-8B162667E352}" destId="{DF5E4AC5-1B46-41BC-8BF4-74BC2C9153B3}" srcOrd="0" destOrd="0" parTransId="{7C84579D-EA12-4983-B0EA-1EC11F1B7FE2}" sibTransId="{E951CC98-D49B-4EA6-A457-9B68F3E18AFA}"/>
    <dgm:cxn modelId="{4AAACEBA-18D1-4503-AD0A-F830071937A0}" type="presOf" srcId="{B85683F4-8162-4B69-991A-8B162667E352}" destId="{D7E7486A-EB72-4C2B-916F-E992B9CF61BC}" srcOrd="0" destOrd="0" presId="urn:microsoft.com/office/officeart/2018/5/layout/IconCircleLabelList"/>
    <dgm:cxn modelId="{7346E8FD-2594-4223-A92D-E092C7A4F6AC}" srcId="{B85683F4-8162-4B69-991A-8B162667E352}" destId="{D42C7CDC-160B-4A98-ABE1-7B4BE347649C}" srcOrd="2" destOrd="0" parTransId="{80EA8966-CAE6-4FC0-9A1C-353799CBEC3E}" sibTransId="{E91F97FB-56CA-4949-A0D9-53B6E78BFE32}"/>
    <dgm:cxn modelId="{7CE476FA-CD64-4581-B621-4C61B7CCCBC8}" type="presParOf" srcId="{D7E7486A-EB72-4C2B-916F-E992B9CF61BC}" destId="{EBB57A3D-0525-4FE5-A5CB-00BB0D5A3D08}" srcOrd="0" destOrd="0" presId="urn:microsoft.com/office/officeart/2018/5/layout/IconCircleLabelList"/>
    <dgm:cxn modelId="{6E25D539-B3FF-4058-8CB3-FA7EF199B91A}" type="presParOf" srcId="{EBB57A3D-0525-4FE5-A5CB-00BB0D5A3D08}" destId="{FC44DEEB-4DD5-4E25-A6AE-C29EDD84A892}" srcOrd="0" destOrd="0" presId="urn:microsoft.com/office/officeart/2018/5/layout/IconCircleLabelList"/>
    <dgm:cxn modelId="{A359FAB0-FF1A-49EA-B653-8A689ADC6A53}" type="presParOf" srcId="{EBB57A3D-0525-4FE5-A5CB-00BB0D5A3D08}" destId="{66166EB0-6691-4469-8150-400BAD6145FC}" srcOrd="1" destOrd="0" presId="urn:microsoft.com/office/officeart/2018/5/layout/IconCircleLabelList"/>
    <dgm:cxn modelId="{75D7104D-90EF-47FE-A4FA-74B2BED5BD47}" type="presParOf" srcId="{EBB57A3D-0525-4FE5-A5CB-00BB0D5A3D08}" destId="{A830855C-B8C0-42EA-9FE1-295D9DF2134F}" srcOrd="2" destOrd="0" presId="urn:microsoft.com/office/officeart/2018/5/layout/IconCircleLabelList"/>
    <dgm:cxn modelId="{5DC6098B-5B22-4099-B7C9-4D28FEE2E73C}" type="presParOf" srcId="{EBB57A3D-0525-4FE5-A5CB-00BB0D5A3D08}" destId="{2FE7ED03-226E-4E93-97B7-8FD243E7D23A}" srcOrd="3" destOrd="0" presId="urn:microsoft.com/office/officeart/2018/5/layout/IconCircleLabelList"/>
    <dgm:cxn modelId="{AC424437-A127-4E21-AE1D-E3C3851F3A9E}" type="presParOf" srcId="{D7E7486A-EB72-4C2B-916F-E992B9CF61BC}" destId="{7B87695A-9246-486C-B710-4216A0E49602}" srcOrd="1" destOrd="0" presId="urn:microsoft.com/office/officeart/2018/5/layout/IconCircleLabelList"/>
    <dgm:cxn modelId="{4943F686-A396-4698-A323-EAB5C471858E}" type="presParOf" srcId="{D7E7486A-EB72-4C2B-916F-E992B9CF61BC}" destId="{1C1D305F-F414-405F-9AA7-53DF50837AF1}" srcOrd="2" destOrd="0" presId="urn:microsoft.com/office/officeart/2018/5/layout/IconCircleLabelList"/>
    <dgm:cxn modelId="{4653CE0E-37FF-4973-BC7A-9A1DF943A6E6}" type="presParOf" srcId="{1C1D305F-F414-405F-9AA7-53DF50837AF1}" destId="{D7A694C0-2CB8-4D1F-9816-C80E1C126855}" srcOrd="0" destOrd="0" presId="urn:microsoft.com/office/officeart/2018/5/layout/IconCircleLabelList"/>
    <dgm:cxn modelId="{DF0B5843-806D-437F-BA4E-248FC449203B}" type="presParOf" srcId="{1C1D305F-F414-405F-9AA7-53DF50837AF1}" destId="{57D9AA7F-F0A4-44A4-9CBA-C84F22966E40}" srcOrd="1" destOrd="0" presId="urn:microsoft.com/office/officeart/2018/5/layout/IconCircleLabelList"/>
    <dgm:cxn modelId="{C6DCED37-4461-41CD-A475-A56DCB49A1C4}" type="presParOf" srcId="{1C1D305F-F414-405F-9AA7-53DF50837AF1}" destId="{60547E67-961F-45A4-9ACE-722CD135398E}" srcOrd="2" destOrd="0" presId="urn:microsoft.com/office/officeart/2018/5/layout/IconCircleLabelList"/>
    <dgm:cxn modelId="{E2697A0E-24FA-49F7-AD31-BA769C2841C1}" type="presParOf" srcId="{1C1D305F-F414-405F-9AA7-53DF50837AF1}" destId="{D4E0170A-AB9C-4C81-8138-5E08E2000849}" srcOrd="3" destOrd="0" presId="urn:microsoft.com/office/officeart/2018/5/layout/IconCircleLabelList"/>
    <dgm:cxn modelId="{234926D9-AEF0-4328-AE5C-698B1B398280}" type="presParOf" srcId="{D7E7486A-EB72-4C2B-916F-E992B9CF61BC}" destId="{423C2053-69C3-44F3-9D69-5833493109AD}" srcOrd="3" destOrd="0" presId="urn:microsoft.com/office/officeart/2018/5/layout/IconCircleLabelList"/>
    <dgm:cxn modelId="{2C34F999-70C3-4840-95E0-9C84B8C58AB3}" type="presParOf" srcId="{D7E7486A-EB72-4C2B-916F-E992B9CF61BC}" destId="{2A7D6686-2976-4939-845B-50938256CC17}" srcOrd="4" destOrd="0" presId="urn:microsoft.com/office/officeart/2018/5/layout/IconCircleLabelList"/>
    <dgm:cxn modelId="{55669EA3-0A54-421B-A88F-C00AEF80E479}" type="presParOf" srcId="{2A7D6686-2976-4939-845B-50938256CC17}" destId="{025774D1-57BB-49F8-8864-45AA118732DF}" srcOrd="0" destOrd="0" presId="urn:microsoft.com/office/officeart/2018/5/layout/IconCircleLabelList"/>
    <dgm:cxn modelId="{BD93D9FE-31B7-422E-9C6A-6B4205382507}" type="presParOf" srcId="{2A7D6686-2976-4939-845B-50938256CC17}" destId="{456EFD5E-31DE-4618-8DE2-523B7D6D4AC2}" srcOrd="1" destOrd="0" presId="urn:microsoft.com/office/officeart/2018/5/layout/IconCircleLabelList"/>
    <dgm:cxn modelId="{8CD42326-23B6-4118-BF1B-405D91C99878}" type="presParOf" srcId="{2A7D6686-2976-4939-845B-50938256CC17}" destId="{C6745E35-7025-40E4-96CC-9E2DF574F09F}" srcOrd="2" destOrd="0" presId="urn:microsoft.com/office/officeart/2018/5/layout/IconCircleLabelList"/>
    <dgm:cxn modelId="{241091BE-14F8-4AFA-83E1-8714413EB6A2}" type="presParOf" srcId="{2A7D6686-2976-4939-845B-50938256CC17}" destId="{1BAD02E0-3A0F-45AB-97BB-2791D76CD2C8}" srcOrd="3" destOrd="0" presId="urn:microsoft.com/office/officeart/2018/5/layout/IconCircleLabelList"/>
    <dgm:cxn modelId="{D121B8BF-1DB2-44C2-8E51-A64EFA156117}" type="presParOf" srcId="{D7E7486A-EB72-4C2B-916F-E992B9CF61BC}" destId="{7876E318-D307-4B9F-AA95-6E960A5418CE}" srcOrd="5" destOrd="0" presId="urn:microsoft.com/office/officeart/2018/5/layout/IconCircleLabelList"/>
    <dgm:cxn modelId="{BE3735DE-5EF2-429C-AA80-7118DF7A3C9D}" type="presParOf" srcId="{D7E7486A-EB72-4C2B-916F-E992B9CF61BC}" destId="{5D3B6AD4-E5C2-42D4-BE86-85E53B25D565}" srcOrd="6" destOrd="0" presId="urn:microsoft.com/office/officeart/2018/5/layout/IconCircleLabelList"/>
    <dgm:cxn modelId="{81041659-FC2A-4529-91CF-62EB6953DE07}" type="presParOf" srcId="{5D3B6AD4-E5C2-42D4-BE86-85E53B25D565}" destId="{B69456B1-E25E-4201-BF8D-3588EF925CAB}" srcOrd="0" destOrd="0" presId="urn:microsoft.com/office/officeart/2018/5/layout/IconCircleLabelList"/>
    <dgm:cxn modelId="{49AE5DCD-C7EE-4B39-AF13-AB1A62AEFD94}" type="presParOf" srcId="{5D3B6AD4-E5C2-42D4-BE86-85E53B25D565}" destId="{26E918DF-6334-4877-A184-0C14BB1B4B6C}" srcOrd="1" destOrd="0" presId="urn:microsoft.com/office/officeart/2018/5/layout/IconCircleLabelList"/>
    <dgm:cxn modelId="{3377B628-D608-4471-8F5A-0C09AFE9B64E}" type="presParOf" srcId="{5D3B6AD4-E5C2-42D4-BE86-85E53B25D565}" destId="{E25A73B3-F1EA-4054-89D4-F48269DDCABB}" srcOrd="2" destOrd="0" presId="urn:microsoft.com/office/officeart/2018/5/layout/IconCircleLabelList"/>
    <dgm:cxn modelId="{C8375ABC-9CC6-43AA-8DA4-30433689D0F9}" type="presParOf" srcId="{5D3B6AD4-E5C2-42D4-BE86-85E53B25D565}" destId="{FB3001FB-1BDE-4748-9FD6-6EF43A1FCC4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8B777E9-23E2-45FA-9E01-4CF0E442F9EE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E49D731-64C0-4257-8FD2-7498B8F61241}">
      <dgm:prSet/>
      <dgm:spPr/>
      <dgm:t>
        <a:bodyPr/>
        <a:lstStyle/>
        <a:p>
          <a:r>
            <a:rPr lang="en-US" b="1"/>
            <a:t>Next Steps:</a:t>
          </a:r>
          <a:endParaRPr lang="en-US"/>
        </a:p>
      </dgm:t>
    </dgm:pt>
    <dgm:pt modelId="{E9358C2F-C9D7-487C-8894-856039641EEC}" type="parTrans" cxnId="{C0D01A8B-F71A-496D-BF7A-CC7EC6E6CEEB}">
      <dgm:prSet/>
      <dgm:spPr/>
      <dgm:t>
        <a:bodyPr/>
        <a:lstStyle/>
        <a:p>
          <a:endParaRPr lang="en-US"/>
        </a:p>
      </dgm:t>
    </dgm:pt>
    <dgm:pt modelId="{9314BED4-766C-4E45-A2D7-B979C5A7EF81}" type="sibTrans" cxnId="{C0D01A8B-F71A-496D-BF7A-CC7EC6E6CEEB}">
      <dgm:prSet/>
      <dgm:spPr/>
      <dgm:t>
        <a:bodyPr/>
        <a:lstStyle/>
        <a:p>
          <a:endParaRPr lang="en-US"/>
        </a:p>
      </dgm:t>
    </dgm:pt>
    <dgm:pt modelId="{4EC1E4DC-899A-465C-8C00-94425E5F8C02}">
      <dgm:prSet/>
      <dgm:spPr/>
      <dgm:t>
        <a:bodyPr/>
        <a:lstStyle/>
        <a:p>
          <a:r>
            <a:rPr lang="en-US"/>
            <a:t>Factor in operating costs (labor, snowmaking, insurance).</a:t>
          </a:r>
        </a:p>
      </dgm:t>
    </dgm:pt>
    <dgm:pt modelId="{6EECB301-3B7E-4A66-B78E-92FA0FB08B9D}" type="parTrans" cxnId="{46499CCE-BF44-4993-AB80-10A4CE034E1C}">
      <dgm:prSet/>
      <dgm:spPr/>
      <dgm:t>
        <a:bodyPr/>
        <a:lstStyle/>
        <a:p>
          <a:endParaRPr lang="en-US"/>
        </a:p>
      </dgm:t>
    </dgm:pt>
    <dgm:pt modelId="{38014B48-9A9F-425C-B9BB-6CB3BB995A2D}" type="sibTrans" cxnId="{46499CCE-BF44-4993-AB80-10A4CE034E1C}">
      <dgm:prSet/>
      <dgm:spPr/>
      <dgm:t>
        <a:bodyPr/>
        <a:lstStyle/>
        <a:p>
          <a:endParaRPr lang="en-US"/>
        </a:p>
      </dgm:t>
    </dgm:pt>
    <dgm:pt modelId="{0D095B92-4A67-4279-A8CE-838F0DAD5534}">
      <dgm:prSet/>
      <dgm:spPr/>
      <dgm:t>
        <a:bodyPr/>
        <a:lstStyle/>
        <a:p>
          <a:r>
            <a:rPr lang="en-US"/>
            <a:t>Add demand-side data (surveys, seasonality).</a:t>
          </a:r>
        </a:p>
      </dgm:t>
    </dgm:pt>
    <dgm:pt modelId="{1B9CE3C8-A2C9-4FB0-ABCC-E4090E0D2EC3}" type="parTrans" cxnId="{C8FA9546-A31A-47C7-8455-7E9AF5A6B660}">
      <dgm:prSet/>
      <dgm:spPr/>
      <dgm:t>
        <a:bodyPr/>
        <a:lstStyle/>
        <a:p>
          <a:endParaRPr lang="en-US"/>
        </a:p>
      </dgm:t>
    </dgm:pt>
    <dgm:pt modelId="{9CFA17A5-9FAB-48BD-88D3-E8A2DF514EA7}" type="sibTrans" cxnId="{C8FA9546-A31A-47C7-8455-7E9AF5A6B660}">
      <dgm:prSet/>
      <dgm:spPr/>
      <dgm:t>
        <a:bodyPr/>
        <a:lstStyle/>
        <a:p>
          <a:endParaRPr lang="en-US"/>
        </a:p>
      </dgm:t>
    </dgm:pt>
    <dgm:pt modelId="{29CC6943-75E2-44F9-956C-B500B6E834E0}">
      <dgm:prSet/>
      <dgm:spPr/>
      <dgm:t>
        <a:bodyPr/>
        <a:lstStyle/>
        <a:p>
          <a:r>
            <a:rPr lang="en-US"/>
            <a:t>Build interactive dashboard for scenario testing.</a:t>
          </a:r>
        </a:p>
      </dgm:t>
    </dgm:pt>
    <dgm:pt modelId="{7040531B-6AAA-4A25-8959-E73E2A6D0F2E}" type="parTrans" cxnId="{FF93EAEA-FED6-4477-A7FD-19B77B08F217}">
      <dgm:prSet/>
      <dgm:spPr/>
      <dgm:t>
        <a:bodyPr/>
        <a:lstStyle/>
        <a:p>
          <a:endParaRPr lang="en-US"/>
        </a:p>
      </dgm:t>
    </dgm:pt>
    <dgm:pt modelId="{6AE0FF8D-6ED8-46B1-9376-AD877F12A41F}" type="sibTrans" cxnId="{FF93EAEA-FED6-4477-A7FD-19B77B08F217}">
      <dgm:prSet/>
      <dgm:spPr/>
      <dgm:t>
        <a:bodyPr/>
        <a:lstStyle/>
        <a:p>
          <a:endParaRPr lang="en-US"/>
        </a:p>
      </dgm:t>
    </dgm:pt>
    <dgm:pt modelId="{538D8926-AA34-4A96-BEB9-DCD8946F48C5}" type="pres">
      <dgm:prSet presAssocID="{F8B777E9-23E2-45FA-9E01-4CF0E442F9EE}" presName="matrix" presStyleCnt="0">
        <dgm:presLayoutVars>
          <dgm:chMax val="1"/>
          <dgm:dir/>
          <dgm:resizeHandles val="exact"/>
        </dgm:presLayoutVars>
      </dgm:prSet>
      <dgm:spPr/>
    </dgm:pt>
    <dgm:pt modelId="{D5149DD9-EBE6-41DC-B224-601BE7C6087E}" type="pres">
      <dgm:prSet presAssocID="{F8B777E9-23E2-45FA-9E01-4CF0E442F9EE}" presName="diamond" presStyleLbl="bgShp" presStyleIdx="0" presStyleCnt="1"/>
      <dgm:spPr/>
    </dgm:pt>
    <dgm:pt modelId="{58E9240A-3396-4922-B604-BD7F68516C05}" type="pres">
      <dgm:prSet presAssocID="{F8B777E9-23E2-45FA-9E01-4CF0E442F9E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8325204-CCEB-43B0-BDD7-174B5B915A30}" type="pres">
      <dgm:prSet presAssocID="{F8B777E9-23E2-45FA-9E01-4CF0E442F9E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2D6F27C-2568-4E6E-AC4E-11037108AED8}" type="pres">
      <dgm:prSet presAssocID="{F8B777E9-23E2-45FA-9E01-4CF0E442F9E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18CE51-3068-4EE7-86FA-22E05891854E}" type="pres">
      <dgm:prSet presAssocID="{F8B777E9-23E2-45FA-9E01-4CF0E442F9E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2028460-7A37-46C5-A166-1EA283BCFDB4}" type="presOf" srcId="{0D095B92-4A67-4279-A8CE-838F0DAD5534}" destId="{92D6F27C-2568-4E6E-AC4E-11037108AED8}" srcOrd="0" destOrd="0" presId="urn:microsoft.com/office/officeart/2005/8/layout/matrix3"/>
    <dgm:cxn modelId="{487E2646-102B-4A62-A150-7247AA40A6C8}" type="presOf" srcId="{29CC6943-75E2-44F9-956C-B500B6E834E0}" destId="{6418CE51-3068-4EE7-86FA-22E05891854E}" srcOrd="0" destOrd="0" presId="urn:microsoft.com/office/officeart/2005/8/layout/matrix3"/>
    <dgm:cxn modelId="{C8FA9546-A31A-47C7-8455-7E9AF5A6B660}" srcId="{F8B777E9-23E2-45FA-9E01-4CF0E442F9EE}" destId="{0D095B92-4A67-4279-A8CE-838F0DAD5534}" srcOrd="2" destOrd="0" parTransId="{1B9CE3C8-A2C9-4FB0-ABCC-E4090E0D2EC3}" sibTransId="{9CFA17A5-9FAB-48BD-88D3-E8A2DF514EA7}"/>
    <dgm:cxn modelId="{C0D01A8B-F71A-496D-BF7A-CC7EC6E6CEEB}" srcId="{F8B777E9-23E2-45FA-9E01-4CF0E442F9EE}" destId="{DE49D731-64C0-4257-8FD2-7498B8F61241}" srcOrd="0" destOrd="0" parTransId="{E9358C2F-C9D7-487C-8894-856039641EEC}" sibTransId="{9314BED4-766C-4E45-A2D7-B979C5A7EF81}"/>
    <dgm:cxn modelId="{AABA33CE-C604-4C68-A084-534A34D5A6F9}" type="presOf" srcId="{DE49D731-64C0-4257-8FD2-7498B8F61241}" destId="{58E9240A-3396-4922-B604-BD7F68516C05}" srcOrd="0" destOrd="0" presId="urn:microsoft.com/office/officeart/2005/8/layout/matrix3"/>
    <dgm:cxn modelId="{46499CCE-BF44-4993-AB80-10A4CE034E1C}" srcId="{F8B777E9-23E2-45FA-9E01-4CF0E442F9EE}" destId="{4EC1E4DC-899A-465C-8C00-94425E5F8C02}" srcOrd="1" destOrd="0" parTransId="{6EECB301-3B7E-4A66-B78E-92FA0FB08B9D}" sibTransId="{38014B48-9A9F-425C-B9BB-6CB3BB995A2D}"/>
    <dgm:cxn modelId="{115E58E3-B4D9-484C-9741-D1E486E38ADE}" type="presOf" srcId="{4EC1E4DC-899A-465C-8C00-94425E5F8C02}" destId="{B8325204-CCEB-43B0-BDD7-174B5B915A30}" srcOrd="0" destOrd="0" presId="urn:microsoft.com/office/officeart/2005/8/layout/matrix3"/>
    <dgm:cxn modelId="{FF93EAEA-FED6-4477-A7FD-19B77B08F217}" srcId="{F8B777E9-23E2-45FA-9E01-4CF0E442F9EE}" destId="{29CC6943-75E2-44F9-956C-B500B6E834E0}" srcOrd="3" destOrd="0" parTransId="{7040531B-6AAA-4A25-8959-E73E2A6D0F2E}" sibTransId="{6AE0FF8D-6ED8-46B1-9376-AD877F12A41F}"/>
    <dgm:cxn modelId="{2BF98CF4-47BD-44AB-9102-7CD23E5DBC69}" type="presOf" srcId="{F8B777E9-23E2-45FA-9E01-4CF0E442F9EE}" destId="{538D8926-AA34-4A96-BEB9-DCD8946F48C5}" srcOrd="0" destOrd="0" presId="urn:microsoft.com/office/officeart/2005/8/layout/matrix3"/>
    <dgm:cxn modelId="{2B6505D2-BD1A-45E9-A377-4BFC2F7305FA}" type="presParOf" srcId="{538D8926-AA34-4A96-BEB9-DCD8946F48C5}" destId="{D5149DD9-EBE6-41DC-B224-601BE7C6087E}" srcOrd="0" destOrd="0" presId="urn:microsoft.com/office/officeart/2005/8/layout/matrix3"/>
    <dgm:cxn modelId="{2B4C0BE6-2EC7-42A6-A3AE-A978E9837BCA}" type="presParOf" srcId="{538D8926-AA34-4A96-BEB9-DCD8946F48C5}" destId="{58E9240A-3396-4922-B604-BD7F68516C05}" srcOrd="1" destOrd="0" presId="urn:microsoft.com/office/officeart/2005/8/layout/matrix3"/>
    <dgm:cxn modelId="{D1D497AE-305D-4BE4-9F68-5D9EA3CA1F10}" type="presParOf" srcId="{538D8926-AA34-4A96-BEB9-DCD8946F48C5}" destId="{B8325204-CCEB-43B0-BDD7-174B5B915A30}" srcOrd="2" destOrd="0" presId="urn:microsoft.com/office/officeart/2005/8/layout/matrix3"/>
    <dgm:cxn modelId="{2E97E26E-718A-4066-8219-6410494B9000}" type="presParOf" srcId="{538D8926-AA34-4A96-BEB9-DCD8946F48C5}" destId="{92D6F27C-2568-4E6E-AC4E-11037108AED8}" srcOrd="3" destOrd="0" presId="urn:microsoft.com/office/officeart/2005/8/layout/matrix3"/>
    <dgm:cxn modelId="{387A1BC4-9E8B-4390-9E89-BB16DC24974E}" type="presParOf" srcId="{538D8926-AA34-4A96-BEB9-DCD8946F48C5}" destId="{6418CE51-3068-4EE7-86FA-22E05891854E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9EE22-ED9B-4435-AEF2-20564DB9E762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Challenge: Aligning Price with Value</a:t>
          </a:r>
        </a:p>
      </dsp:txBody>
      <dsp:txXfrm>
        <a:off x="28038" y="28038"/>
        <a:ext cx="7298593" cy="901218"/>
      </dsp:txXfrm>
    </dsp:sp>
    <dsp:sp modelId="{3C4E80F4-65CF-49EA-BF37-9E366C48E748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350,000 visitors annually, 105 trails, 11 lifts (+ new $1.54M chair lift).</a:t>
          </a:r>
        </a:p>
      </dsp:txBody>
      <dsp:txXfrm>
        <a:off x="732583" y="1159385"/>
        <a:ext cx="7029617" cy="901218"/>
      </dsp:txXfrm>
    </dsp:sp>
    <dsp:sp modelId="{38481BBC-2430-4703-B75D-8C90346BD5B7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Current strategy: charging a premium above market average.</a:t>
          </a:r>
        </a:p>
      </dsp:txBody>
      <dsp:txXfrm>
        <a:off x="1426612" y="2290733"/>
        <a:ext cx="7040133" cy="901218"/>
      </dsp:txXfrm>
    </dsp:sp>
    <dsp:sp modelId="{936BF97B-1911-47A1-891A-83A1BCFCA5C9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Problem: Misaligned pricing → underutilized revenue potential</a:t>
          </a:r>
        </a:p>
      </dsp:txBody>
      <dsp:txXfrm>
        <a:off x="2131157" y="3422081"/>
        <a:ext cx="7029617" cy="901218"/>
      </dsp:txXfrm>
    </dsp:sp>
    <dsp:sp modelId="{5ED336CD-8CD7-45E9-8B8E-47E2E7317F1D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8269AF4B-8592-4815-8A84-D93C5A4981A6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D7B1995D-1788-445C-B80D-53352FDA198F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54088-A7FD-426D-BCF3-8AA864BAA5A5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FBEDA-8DD4-4481-8E5B-82016306A2F2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Impact of Mispricing</a:t>
          </a:r>
        </a:p>
      </dsp:txBody>
      <dsp:txXfrm>
        <a:off x="0" y="531"/>
        <a:ext cx="10515600" cy="870055"/>
      </dsp:txXfrm>
    </dsp:sp>
    <dsp:sp modelId="{A116E353-9018-419C-AE86-A5687757061D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22FFDD-8B59-4930-A844-74051E2B993F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Lift tickets = core revenue stream.</a:t>
          </a:r>
        </a:p>
      </dsp:txBody>
      <dsp:txXfrm>
        <a:off x="0" y="870586"/>
        <a:ext cx="10515600" cy="870055"/>
      </dsp:txXfrm>
    </dsp:sp>
    <dsp:sp modelId="{B936B418-34E3-4896-A40F-D65DFDE8C512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9A3FC5-FEC2-43BC-B79B-D20E471FD6A1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Underpricing = lost revenue (~$15 gap per ticket).</a:t>
          </a:r>
        </a:p>
      </dsp:txBody>
      <dsp:txXfrm>
        <a:off x="0" y="1740641"/>
        <a:ext cx="10515600" cy="870055"/>
      </dsp:txXfrm>
    </dsp:sp>
    <dsp:sp modelId="{58601B5D-03C7-4069-9BFE-4963E5C3481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D45C1-8EE2-4065-8B8E-517FC8D8F700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Overpricing = customer attrition risk.</a:t>
          </a:r>
        </a:p>
      </dsp:txBody>
      <dsp:txXfrm>
        <a:off x="0" y="2610696"/>
        <a:ext cx="10515600" cy="870055"/>
      </dsp:txXfrm>
    </dsp:sp>
    <dsp:sp modelId="{ACF5F253-E84E-4F17-8DD1-D2BE854C4F74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F120A-A23F-4610-B406-900951374C28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Strategic pricing essential for profitability &amp; competitiveness</a:t>
          </a:r>
        </a:p>
      </dsp:txBody>
      <dsp:txXfrm>
        <a:off x="0" y="3480751"/>
        <a:ext cx="10515600" cy="8700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501D9-A9E0-465E-A338-B592927EBFB1}">
      <dsp:nvSpPr>
        <dsp:cNvPr id="0" name=""/>
        <dsp:cNvSpPr/>
      </dsp:nvSpPr>
      <dsp:spPr>
        <a:xfrm>
          <a:off x="478800" y="109566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D465C-A521-42E1-BE06-2818E982D07C}">
      <dsp:nvSpPr>
        <dsp:cNvPr id="0" name=""/>
        <dsp:cNvSpPr/>
      </dsp:nvSpPr>
      <dsp:spPr>
        <a:xfrm>
          <a:off x="712800" y="132966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C14D4A-702D-483B-9837-CFCAF598607C}">
      <dsp:nvSpPr>
        <dsp:cNvPr id="0" name=""/>
        <dsp:cNvSpPr/>
      </dsp:nvSpPr>
      <dsp:spPr>
        <a:xfrm>
          <a:off x="12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Data-Driven Pricing Recommendation</a:t>
          </a:r>
        </a:p>
      </dsp:txBody>
      <dsp:txXfrm>
        <a:off x="127800" y="2535669"/>
        <a:ext cx="1800000" cy="720000"/>
      </dsp:txXfrm>
    </dsp:sp>
    <dsp:sp modelId="{C0D49210-7753-49E4-81D8-0BA2306D4989}">
      <dsp:nvSpPr>
        <dsp:cNvPr id="0" name=""/>
        <dsp:cNvSpPr/>
      </dsp:nvSpPr>
      <dsp:spPr>
        <a:xfrm>
          <a:off x="2593800" y="109566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E4CF63-D033-449A-B427-50AE05FD884F}">
      <dsp:nvSpPr>
        <dsp:cNvPr id="0" name=""/>
        <dsp:cNvSpPr/>
      </dsp:nvSpPr>
      <dsp:spPr>
        <a:xfrm>
          <a:off x="282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C45D3-6BC5-4288-9622-A332301DF0B8}">
      <dsp:nvSpPr>
        <dsp:cNvPr id="0" name=""/>
        <dsp:cNvSpPr/>
      </dsp:nvSpPr>
      <dsp:spPr>
        <a:xfrm>
          <a:off x="224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Raise ticket prices incrementally by $2–$5.</a:t>
          </a:r>
          <a:endParaRPr lang="en-US" sz="1200" kern="1200"/>
        </a:p>
      </dsp:txBody>
      <dsp:txXfrm>
        <a:off x="2242800" y="2535669"/>
        <a:ext cx="1800000" cy="720000"/>
      </dsp:txXfrm>
    </dsp:sp>
    <dsp:sp modelId="{7D087B36-A6C6-4955-810C-A8B1A440FAC6}">
      <dsp:nvSpPr>
        <dsp:cNvPr id="0" name=""/>
        <dsp:cNvSpPr/>
      </dsp:nvSpPr>
      <dsp:spPr>
        <a:xfrm>
          <a:off x="4708800" y="109566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6003E9-95EF-4FFB-B09D-0CF953E455FE}">
      <dsp:nvSpPr>
        <dsp:cNvPr id="0" name=""/>
        <dsp:cNvSpPr/>
      </dsp:nvSpPr>
      <dsp:spPr>
        <a:xfrm>
          <a:off x="494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A59EED-3492-4B11-8E72-9D8650FF8D58}">
      <dsp:nvSpPr>
        <dsp:cNvPr id="0" name=""/>
        <dsp:cNvSpPr/>
      </dsp:nvSpPr>
      <dsp:spPr>
        <a:xfrm>
          <a:off x="435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Invest in </a:t>
          </a:r>
          <a:r>
            <a:rPr lang="en-US" sz="1200" b="1" kern="1200"/>
            <a:t>runs, vertical drop, and lifts</a:t>
          </a:r>
          <a:r>
            <a:rPr lang="en-US" sz="1200" kern="1200"/>
            <a:t> → unlock pricing power.</a:t>
          </a:r>
        </a:p>
      </dsp:txBody>
      <dsp:txXfrm>
        <a:off x="4357800" y="2535669"/>
        <a:ext cx="1800000" cy="720000"/>
      </dsp:txXfrm>
    </dsp:sp>
    <dsp:sp modelId="{A3C39E3D-FE47-4E49-A1E1-D5F78D0BE0D1}">
      <dsp:nvSpPr>
        <dsp:cNvPr id="0" name=""/>
        <dsp:cNvSpPr/>
      </dsp:nvSpPr>
      <dsp:spPr>
        <a:xfrm>
          <a:off x="6823800" y="109566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9DF29-E7A8-42EC-8F23-B4FA91A967B6}">
      <dsp:nvSpPr>
        <dsp:cNvPr id="0" name=""/>
        <dsp:cNvSpPr/>
      </dsp:nvSpPr>
      <dsp:spPr>
        <a:xfrm>
          <a:off x="7057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E3BF5-FB28-446B-8A1C-CCE0710B8DF3}">
      <dsp:nvSpPr>
        <dsp:cNvPr id="0" name=""/>
        <dsp:cNvSpPr/>
      </dsp:nvSpPr>
      <dsp:spPr>
        <a:xfrm>
          <a:off x="6472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Current price: $81 vs. modeled fair price: $96.</a:t>
          </a:r>
        </a:p>
      </dsp:txBody>
      <dsp:txXfrm>
        <a:off x="6472800" y="2535669"/>
        <a:ext cx="1800000" cy="720000"/>
      </dsp:txXfrm>
    </dsp:sp>
    <dsp:sp modelId="{E1BDE2B7-89DD-48A6-86B4-7AB6EDA98F3B}">
      <dsp:nvSpPr>
        <dsp:cNvPr id="0" name=""/>
        <dsp:cNvSpPr/>
      </dsp:nvSpPr>
      <dsp:spPr>
        <a:xfrm>
          <a:off x="8938800" y="1095669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E3966-7F37-49E0-AAE3-B116EFFA1C80}">
      <dsp:nvSpPr>
        <dsp:cNvPr id="0" name=""/>
        <dsp:cNvSpPr/>
      </dsp:nvSpPr>
      <dsp:spPr>
        <a:xfrm>
          <a:off x="9172800" y="1329668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FC10A-D0B6-41FC-9F59-84A880700A90}">
      <dsp:nvSpPr>
        <dsp:cNvPr id="0" name=""/>
        <dsp:cNvSpPr/>
      </dsp:nvSpPr>
      <dsp:spPr>
        <a:xfrm>
          <a:off x="8587800" y="253566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Growth opportunity: +$3.5M annual revenue with targeted improvements</a:t>
          </a:r>
        </a:p>
      </dsp:txBody>
      <dsp:txXfrm>
        <a:off x="8587800" y="2535669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71C40-CEEC-4BD9-B1D3-85A1CCA681CF}">
      <dsp:nvSpPr>
        <dsp:cNvPr id="0" name=""/>
        <dsp:cNvSpPr/>
      </dsp:nvSpPr>
      <dsp:spPr>
        <a:xfrm>
          <a:off x="3364992" y="1912"/>
          <a:ext cx="3785616" cy="836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Building the Model</a:t>
          </a:r>
        </a:p>
      </dsp:txBody>
      <dsp:txXfrm>
        <a:off x="3405805" y="42725"/>
        <a:ext cx="3703990" cy="754434"/>
      </dsp:txXfrm>
    </dsp:sp>
    <dsp:sp modelId="{8324E1EC-4BD6-45A8-AEFE-44657958C7EF}">
      <dsp:nvSpPr>
        <dsp:cNvPr id="0" name=""/>
        <dsp:cNvSpPr/>
      </dsp:nvSpPr>
      <dsp:spPr>
        <a:xfrm>
          <a:off x="3364992" y="879775"/>
          <a:ext cx="3785616" cy="8360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Dataset: 330 U.S. ski resorts → cleaned to 277.</a:t>
          </a:r>
        </a:p>
      </dsp:txBody>
      <dsp:txXfrm>
        <a:off x="3405805" y="920588"/>
        <a:ext cx="3703990" cy="754434"/>
      </dsp:txXfrm>
    </dsp:sp>
    <dsp:sp modelId="{6BC98FBA-64CD-44F4-BEA5-E6AEB294AEC6}">
      <dsp:nvSpPr>
        <dsp:cNvPr id="0" name=""/>
        <dsp:cNvSpPr/>
      </dsp:nvSpPr>
      <dsp:spPr>
        <a:xfrm>
          <a:off x="3364992" y="1757638"/>
          <a:ext cx="3785616" cy="8360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Target: </a:t>
          </a:r>
          <a:r>
            <a:rPr lang="en-US" sz="1700" b="1" kern="1200"/>
            <a:t>AdultWeekend price</a:t>
          </a:r>
          <a:r>
            <a:rPr lang="en-US" sz="1700" kern="1200"/>
            <a:t>.</a:t>
          </a:r>
        </a:p>
      </dsp:txBody>
      <dsp:txXfrm>
        <a:off x="3405805" y="1798451"/>
        <a:ext cx="3703990" cy="754434"/>
      </dsp:txXfrm>
    </dsp:sp>
    <dsp:sp modelId="{2F85605C-CE3B-440A-A084-162EDDC5EEAB}">
      <dsp:nvSpPr>
        <dsp:cNvPr id="0" name=""/>
        <dsp:cNvSpPr/>
      </dsp:nvSpPr>
      <dsp:spPr>
        <a:xfrm>
          <a:off x="3364992" y="2635502"/>
          <a:ext cx="3785616" cy="836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Preprocessing: missing value imputation, scaling, feature selection.</a:t>
          </a:r>
        </a:p>
      </dsp:txBody>
      <dsp:txXfrm>
        <a:off x="3405805" y="2676315"/>
        <a:ext cx="3703990" cy="754434"/>
      </dsp:txXfrm>
    </dsp:sp>
    <dsp:sp modelId="{9425E7AC-4F1D-43BF-AFF1-12D9FFE76017}">
      <dsp:nvSpPr>
        <dsp:cNvPr id="0" name=""/>
        <dsp:cNvSpPr/>
      </dsp:nvSpPr>
      <dsp:spPr>
        <a:xfrm>
          <a:off x="3364992" y="3513365"/>
          <a:ext cx="3785616" cy="8360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Models tested: Baseline, Linear Regression, Random Forest.</a:t>
          </a:r>
        </a:p>
      </dsp:txBody>
      <dsp:txXfrm>
        <a:off x="3405805" y="3554178"/>
        <a:ext cx="3703990" cy="7544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3AB36E-C675-4B66-8F32-90107601AB3C}">
      <dsp:nvSpPr>
        <dsp:cNvPr id="0" name=""/>
        <dsp:cNvSpPr/>
      </dsp:nvSpPr>
      <dsp:spPr>
        <a:xfrm>
          <a:off x="3364992" y="2177"/>
          <a:ext cx="3785616" cy="1047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Drives Ticket Prices?</a:t>
          </a:r>
        </a:p>
      </dsp:txBody>
      <dsp:txXfrm>
        <a:off x="3416125" y="53310"/>
        <a:ext cx="3683350" cy="945199"/>
      </dsp:txXfrm>
    </dsp:sp>
    <dsp:sp modelId="{D59F2183-BAA5-4EBA-A083-15AA3BCF1ED5}">
      <dsp:nvSpPr>
        <dsp:cNvPr id="0" name=""/>
        <dsp:cNvSpPr/>
      </dsp:nvSpPr>
      <dsp:spPr>
        <a:xfrm>
          <a:off x="3364992" y="1102016"/>
          <a:ext cx="3785616" cy="1047465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Vertical drop, snowmaking, fastQuads, and # of runs = strongest predictors.</a:t>
          </a:r>
        </a:p>
      </dsp:txBody>
      <dsp:txXfrm>
        <a:off x="3416125" y="1153149"/>
        <a:ext cx="3683350" cy="945199"/>
      </dsp:txXfrm>
    </dsp:sp>
    <dsp:sp modelId="{5034F3F6-235D-4FFC-9A1B-A9B033EFAC9A}">
      <dsp:nvSpPr>
        <dsp:cNvPr id="0" name=""/>
        <dsp:cNvSpPr/>
      </dsp:nvSpPr>
      <dsp:spPr>
        <a:xfrm>
          <a:off x="3364992" y="2201855"/>
          <a:ext cx="3785616" cy="1047465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States with many resorts = competitive pricing.</a:t>
          </a:r>
        </a:p>
      </dsp:txBody>
      <dsp:txXfrm>
        <a:off x="3416125" y="2252988"/>
        <a:ext cx="3683350" cy="945199"/>
      </dsp:txXfrm>
    </dsp:sp>
    <dsp:sp modelId="{D68AC2E0-EEBA-49B8-BB05-08F8EBC1F9A8}">
      <dsp:nvSpPr>
        <dsp:cNvPr id="0" name=""/>
        <dsp:cNvSpPr/>
      </dsp:nvSpPr>
      <dsp:spPr>
        <a:xfrm>
          <a:off x="3364992" y="3301694"/>
          <a:ext cx="3785616" cy="104746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States with few resorts = higher monopoly pricing.</a:t>
          </a:r>
        </a:p>
      </dsp:txBody>
      <dsp:txXfrm>
        <a:off x="3416125" y="3352827"/>
        <a:ext cx="3683350" cy="9451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BB2FC-F1E4-452E-BD70-15FDE8D6EC02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34863BCA-3816-4C45-B47B-C874A10328CD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Accuracy of Pricing Models</a:t>
          </a:r>
        </a:p>
      </dsp:txBody>
      <dsp:txXfrm>
        <a:off x="748607" y="2795"/>
        <a:ext cx="1922896" cy="1153737"/>
      </dsp:txXfrm>
    </dsp:sp>
    <dsp:sp modelId="{13C3E7DD-F0DD-46D0-89D3-9712F0F7CEC8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5DF643F9-B95E-4C41-B1F0-145EB8E925BA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Baseline:</a:t>
          </a:r>
          <a:r>
            <a:rPr lang="en-US" sz="1300" kern="1200"/>
            <a:t> MAE ≈ $19.</a:t>
          </a:r>
        </a:p>
      </dsp:txBody>
      <dsp:txXfrm>
        <a:off x="3113770" y="2795"/>
        <a:ext cx="1922896" cy="1153737"/>
      </dsp:txXfrm>
    </dsp:sp>
    <dsp:sp modelId="{65B16C32-468F-4C58-B7D2-4042F9573E87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691B0C2A-61DF-439A-BBF9-1E0BCBFCBE72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Linear Regression:</a:t>
          </a:r>
          <a:r>
            <a:rPr lang="en-US" sz="1300" kern="1200"/>
            <a:t> CV MAE ≈ $10.5; Test MAE ≈ $11.8.</a:t>
          </a:r>
        </a:p>
      </dsp:txBody>
      <dsp:txXfrm>
        <a:off x="5478933" y="2795"/>
        <a:ext cx="1922896" cy="1153737"/>
      </dsp:txXfrm>
    </dsp:sp>
    <dsp:sp modelId="{66C7FB80-FCF7-4420-8CBF-8756CF487A5D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212C67C3-65B2-432D-8C30-32B3624F5D03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Random Forest:</a:t>
          </a:r>
          <a:r>
            <a:rPr lang="en-US" sz="1300" kern="1200"/>
            <a:t> CV MAE ≈ $9.6; Test MAE ≈ $9.5.</a:t>
          </a:r>
        </a:p>
      </dsp:txBody>
      <dsp:txXfrm>
        <a:off x="7844095" y="2795"/>
        <a:ext cx="1922896" cy="1153737"/>
      </dsp:txXfrm>
    </dsp:sp>
    <dsp:sp modelId="{50537F57-42AF-4546-81EE-B33EA8E807F2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B9153168-5219-4D26-BD48-3F406C5FD6A2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Random Forest selected for accuracy &amp; stability.</a:t>
          </a:r>
        </a:p>
      </dsp:txBody>
      <dsp:txXfrm>
        <a:off x="748607" y="1598800"/>
        <a:ext cx="1922896" cy="1153737"/>
      </dsp:txXfrm>
    </dsp:sp>
    <dsp:sp modelId="{54DF54D2-FB1F-44B3-B583-53CB2EEBDB8F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75C03EFE-7070-4DC7-ACD2-88791AA1FD06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Testing Operational Scenarios</a:t>
          </a:r>
        </a:p>
      </dsp:txBody>
      <dsp:txXfrm>
        <a:off x="3113770" y="1598800"/>
        <a:ext cx="1922896" cy="1153737"/>
      </dsp:txXfrm>
    </dsp:sp>
    <dsp:sp modelId="{8584967C-D126-44E6-A94F-3D6674C4C4E7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9FCD9116-697E-4337-A300-1863A013B02E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Closing ≤3 runs → negligible impact.</a:t>
          </a:r>
        </a:p>
      </dsp:txBody>
      <dsp:txXfrm>
        <a:off x="5478933" y="1598800"/>
        <a:ext cx="1922896" cy="1153737"/>
      </dsp:txXfrm>
    </dsp:sp>
    <dsp:sp modelId="{8C9EDF09-BC25-4431-A75D-FF3C49ACA802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2FC30554-2836-4511-9A13-C32124B6609C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Closing &gt;6 runs → $1.50 drop in supported price.</a:t>
          </a:r>
        </a:p>
      </dsp:txBody>
      <dsp:txXfrm>
        <a:off x="7844095" y="1598800"/>
        <a:ext cx="1922896" cy="1153737"/>
      </dsp:txXfrm>
    </dsp:sp>
    <dsp:sp modelId="{CA58C8A1-000E-40FA-AE74-22E8A31339F8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388EFD0C-D6FA-4D48-9367-74521FB9ADDC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Adding 1 run + vertical drop + lift → +$1.99/ticket → +$3.5M seasonal revenue.</a:t>
          </a:r>
        </a:p>
      </dsp:txBody>
      <dsp:txXfrm>
        <a:off x="748607" y="3194804"/>
        <a:ext cx="1922896" cy="1153737"/>
      </dsp:txXfrm>
    </dsp:sp>
    <dsp:sp modelId="{3D43A8BD-9CD3-46CC-9C40-24653CAB5460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Small snowmaking improvements → minimal impact.</a:t>
          </a:r>
        </a:p>
      </dsp:txBody>
      <dsp:txXfrm>
        <a:off x="3113770" y="3194804"/>
        <a:ext cx="1922896" cy="11537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4DEEB-4DD5-4E25-A6AE-C29EDD84A892}">
      <dsp:nvSpPr>
        <dsp:cNvPr id="0" name=""/>
        <dsp:cNvSpPr/>
      </dsp:nvSpPr>
      <dsp:spPr>
        <a:xfrm>
          <a:off x="973190" y="95297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166EB0-6691-4469-8150-400BAD6145FC}">
      <dsp:nvSpPr>
        <dsp:cNvPr id="0" name=""/>
        <dsp:cNvSpPr/>
      </dsp:nvSpPr>
      <dsp:spPr>
        <a:xfrm>
          <a:off x="1242597" y="122238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E7ED03-226E-4E93-97B7-8FD243E7D23A}">
      <dsp:nvSpPr>
        <dsp:cNvPr id="0" name=""/>
        <dsp:cNvSpPr/>
      </dsp:nvSpPr>
      <dsp:spPr>
        <a:xfrm>
          <a:off x="569079" y="2610864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Big Mountain is </a:t>
          </a:r>
          <a:r>
            <a:rPr lang="en-US" sz="1100" b="1" kern="1200"/>
            <a:t>undervaluing its tickets relative to market-supported price (~$96)</a:t>
          </a:r>
          <a:r>
            <a:rPr lang="en-US" sz="1100" kern="1200"/>
            <a:t>.</a:t>
          </a:r>
        </a:p>
      </dsp:txBody>
      <dsp:txXfrm>
        <a:off x="569079" y="2610864"/>
        <a:ext cx="2072362" cy="787500"/>
      </dsp:txXfrm>
    </dsp:sp>
    <dsp:sp modelId="{D7A694C0-2CB8-4D1F-9816-C80E1C126855}">
      <dsp:nvSpPr>
        <dsp:cNvPr id="0" name=""/>
        <dsp:cNvSpPr/>
      </dsp:nvSpPr>
      <dsp:spPr>
        <a:xfrm>
          <a:off x="3408216" y="95297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D9AA7F-F0A4-44A4-9CBA-C84F22966E40}">
      <dsp:nvSpPr>
        <dsp:cNvPr id="0" name=""/>
        <dsp:cNvSpPr/>
      </dsp:nvSpPr>
      <dsp:spPr>
        <a:xfrm>
          <a:off x="3677623" y="122238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0170A-AB9C-4C81-8138-5E08E2000849}">
      <dsp:nvSpPr>
        <dsp:cNvPr id="0" name=""/>
        <dsp:cNvSpPr/>
      </dsp:nvSpPr>
      <dsp:spPr>
        <a:xfrm>
          <a:off x="3004105" y="2610864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Strategic feature additions (runs, lifts, vertical drop) unlock measurable pricing power.</a:t>
          </a:r>
        </a:p>
      </dsp:txBody>
      <dsp:txXfrm>
        <a:off x="3004105" y="2610864"/>
        <a:ext cx="2072362" cy="787500"/>
      </dsp:txXfrm>
    </dsp:sp>
    <dsp:sp modelId="{025774D1-57BB-49F8-8864-45AA118732DF}">
      <dsp:nvSpPr>
        <dsp:cNvPr id="0" name=""/>
        <dsp:cNvSpPr/>
      </dsp:nvSpPr>
      <dsp:spPr>
        <a:xfrm>
          <a:off x="5843242" y="95297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6EFD5E-31DE-4618-8DE2-523B7D6D4AC2}">
      <dsp:nvSpPr>
        <dsp:cNvPr id="0" name=""/>
        <dsp:cNvSpPr/>
      </dsp:nvSpPr>
      <dsp:spPr>
        <a:xfrm>
          <a:off x="6112649" y="122238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D02E0-3A0F-45AB-97BB-2791D76CD2C8}">
      <dsp:nvSpPr>
        <dsp:cNvPr id="0" name=""/>
        <dsp:cNvSpPr/>
      </dsp:nvSpPr>
      <dsp:spPr>
        <a:xfrm>
          <a:off x="5439131" y="2610864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Small improvements (snowmaking, marginal run extensions) show minimal impact.</a:t>
          </a:r>
        </a:p>
      </dsp:txBody>
      <dsp:txXfrm>
        <a:off x="5439131" y="2610864"/>
        <a:ext cx="2072362" cy="787500"/>
      </dsp:txXfrm>
    </dsp:sp>
    <dsp:sp modelId="{B69456B1-E25E-4201-BF8D-3588EF925CAB}">
      <dsp:nvSpPr>
        <dsp:cNvPr id="0" name=""/>
        <dsp:cNvSpPr/>
      </dsp:nvSpPr>
      <dsp:spPr>
        <a:xfrm>
          <a:off x="8278268" y="95297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E918DF-6334-4877-A184-0C14BB1B4B6C}">
      <dsp:nvSpPr>
        <dsp:cNvPr id="0" name=""/>
        <dsp:cNvSpPr/>
      </dsp:nvSpPr>
      <dsp:spPr>
        <a:xfrm>
          <a:off x="8547675" y="122238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001FB-1BDE-4748-9FD6-6EF43A1FCC4A}">
      <dsp:nvSpPr>
        <dsp:cNvPr id="0" name=""/>
        <dsp:cNvSpPr/>
      </dsp:nvSpPr>
      <dsp:spPr>
        <a:xfrm>
          <a:off x="7874157" y="2610864"/>
          <a:ext cx="2072362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Recommendation: </a:t>
          </a:r>
          <a:r>
            <a:rPr lang="en-US" sz="1100" b="1" kern="1200"/>
            <a:t>implement controlled ticket price increases alongside targeted infrastructure investments</a:t>
          </a:r>
          <a:endParaRPr lang="en-US" sz="1100" kern="1200"/>
        </a:p>
      </dsp:txBody>
      <dsp:txXfrm>
        <a:off x="7874157" y="2610864"/>
        <a:ext cx="2072362" cy="787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49DD9-EBE6-41DC-B224-601BE7C6087E}">
      <dsp:nvSpPr>
        <dsp:cNvPr id="0" name=""/>
        <dsp:cNvSpPr/>
      </dsp:nvSpPr>
      <dsp:spPr>
        <a:xfrm>
          <a:off x="3082131" y="0"/>
          <a:ext cx="4351338" cy="4351338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9240A-3396-4922-B604-BD7F68516C05}">
      <dsp:nvSpPr>
        <dsp:cNvPr id="0" name=""/>
        <dsp:cNvSpPr/>
      </dsp:nvSpPr>
      <dsp:spPr>
        <a:xfrm>
          <a:off x="3495508" y="413377"/>
          <a:ext cx="1697021" cy="169702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Next Steps:</a:t>
          </a:r>
          <a:endParaRPr lang="en-US" sz="1900" kern="1200"/>
        </a:p>
      </dsp:txBody>
      <dsp:txXfrm>
        <a:off x="3578350" y="496219"/>
        <a:ext cx="1531337" cy="1531337"/>
      </dsp:txXfrm>
    </dsp:sp>
    <dsp:sp modelId="{B8325204-CCEB-43B0-BDD7-174B5B915A30}">
      <dsp:nvSpPr>
        <dsp:cNvPr id="0" name=""/>
        <dsp:cNvSpPr/>
      </dsp:nvSpPr>
      <dsp:spPr>
        <a:xfrm>
          <a:off x="5323070" y="413377"/>
          <a:ext cx="1697021" cy="169702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Factor in operating costs (labor, snowmaking, insurance).</a:t>
          </a:r>
        </a:p>
      </dsp:txBody>
      <dsp:txXfrm>
        <a:off x="5405912" y="496219"/>
        <a:ext cx="1531337" cy="1531337"/>
      </dsp:txXfrm>
    </dsp:sp>
    <dsp:sp modelId="{92D6F27C-2568-4E6E-AC4E-11037108AED8}">
      <dsp:nvSpPr>
        <dsp:cNvPr id="0" name=""/>
        <dsp:cNvSpPr/>
      </dsp:nvSpPr>
      <dsp:spPr>
        <a:xfrm>
          <a:off x="3495508" y="2240939"/>
          <a:ext cx="1697021" cy="169702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Add demand-side data (surveys, seasonality).</a:t>
          </a:r>
        </a:p>
      </dsp:txBody>
      <dsp:txXfrm>
        <a:off x="3578350" y="2323781"/>
        <a:ext cx="1531337" cy="1531337"/>
      </dsp:txXfrm>
    </dsp:sp>
    <dsp:sp modelId="{6418CE51-3068-4EE7-86FA-22E05891854E}">
      <dsp:nvSpPr>
        <dsp:cNvPr id="0" name=""/>
        <dsp:cNvSpPr/>
      </dsp:nvSpPr>
      <dsp:spPr>
        <a:xfrm>
          <a:off x="5323070" y="2240939"/>
          <a:ext cx="1697021" cy="169702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Build interactive dashboard for scenario testing.</a:t>
          </a:r>
        </a:p>
      </dsp:txBody>
      <dsp:txXfrm>
        <a:off x="5405912" y="2323781"/>
        <a:ext cx="1531337" cy="1531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AF30-4D15-5E2D-3701-1C8DE9582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9626B-00A9-6361-3F69-19AE14E31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F3A8B-F985-AD04-D39A-7A0B173D3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239A-7B8E-C160-7A95-9F3393DB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FCE28-3D45-890A-5508-9EEA5F17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375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EFBA-D13B-29BB-AF02-1C279ADA8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3862-7984-5FAC-B4DA-34E61762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ECBB7-2347-366B-8937-40D4B8D0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625AC-FD9F-DAB4-33A0-100E677D6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EC9E9-5640-638E-4417-54BFBB47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8DBA-67CD-0CCB-32DA-8E8601B2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0B4EF-0188-F98A-D6B9-5D45FC07A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8B143-A3D1-AA45-0A87-BAB90F5A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89331-86D2-4908-96C7-4BD7873C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16232-2A16-6415-22BB-1EB75B91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6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25CE-7EC5-FBE2-E53E-70B3168A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27614-F9A0-6519-AC8A-D3F97001B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105B4-0FC8-C956-F730-D7F1BB3D5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A9710-DAE8-9C6D-E936-371204C7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82360-D7B9-9F06-F35A-F1F8555A6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1F534-336C-FD7B-362D-B85B2ECB3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CCF5-80EC-D2A3-97BD-52CA50AAF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48E31-5E25-54A8-D7BD-17DA6E309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D0ABF-0990-C13E-8BBD-68B664A04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0379B-5CBA-4432-0117-FFB740692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AEC47-B50A-A70D-7C48-13F9D7CED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C8392-8527-DB69-379A-D98911FF2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088EFA-961A-B36F-98C9-13B342947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9FCDE-E5B8-0B53-665D-E26EFE6A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2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FF96-012C-A3C0-6089-1D34CE2D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B33CB-41BB-0932-FE02-48575FA1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6441-B51B-3A2E-6699-DDA16080E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D427F-F7F9-A7F1-7390-410B2B0D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64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CE63F-BE7C-8880-0B46-5ECDA3B4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E8011-75D4-D772-54D5-FFC135651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0364F-B80D-077F-CDA1-E5FAC6E44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5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7FE83-7153-0F86-B8F4-1B5F5E23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D70E2-6215-40A6-8DAD-1E1DB9504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79D9B7-BDCD-3B60-C017-205AF1C0D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84D7C-3A47-F64E-F7B2-6E405E86B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0B8DB-A10B-654B-AD94-F02EE34B6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BD62E-9E49-35AA-6C7E-28E221BC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305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A1B6-D3EC-34E7-802C-AB2E199A5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F6628-8C7B-DD8A-204E-01335F434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276E9-80D1-C241-A156-19E03DF78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5C5A2-B893-ADF0-D659-531EA9DF5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39B0A-6B46-C692-B28C-31A611E0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F648C-47D8-1900-3B1C-B0BB0FBD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4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9173-57E0-242F-E77B-39B87B23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BE3C55-3C48-699B-0054-4ED4FA1DC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5B33-6C11-DA7E-1805-AAEC55DAD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A6DC8-2840-CC0F-CF5F-BBEF597F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8CAE8-9953-D570-ED63-1A1DA5D79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3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9D8E62-4825-B014-1476-1F995C800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21FFC-7CE8-CC0A-D996-425385ACE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95C41-3DDE-4D1C-B74C-9A958956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D1CFE-AD57-A51C-D3BF-D26D36527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470DB-8BFB-C357-F871-3C22A82D3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8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302F0A-579D-1764-CE55-125E0270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FDDFD-1D1B-243D-E188-6FA801283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7CD41-FE13-FB73-2279-48DBF3CF6C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72654-7B2E-4D9B-B70C-BC500A6B7E47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307DD-2826-6C75-50F1-6EAFC7915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B1621-FF52-4A44-D323-F434A068F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E9A65-65C8-448F-A986-459048A85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6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AAD193B-85FA-C15A-80AC-321ED74A682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4311" b="1142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00DBE-8834-7E4D-2F85-07BF7BBA9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Problem Identification</a:t>
            </a:r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74A5C828-B8BB-8693-B796-A6B7A29423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5973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6975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2FE4EC-0A3F-3841-0AD2-C2E83FCA94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B3717-2CF9-F17C-F01F-F5A1B2BD5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Problem Identification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FCB217-4185-A296-2B89-BE42BF3B9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98247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7145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FC12B-735D-9ADF-9681-E8173159E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sz="3100" b="1">
                <a:solidFill>
                  <a:srgbClr val="FFFFFF"/>
                </a:solidFill>
              </a:rPr>
              <a:t>Recommendation &amp; Key Findings</a:t>
            </a:r>
            <a:br>
              <a:rPr lang="en-US" sz="3100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AF8E85-8201-06ED-1B3D-D97CD611A6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860334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31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5F3B4-E30C-62B9-3B71-96EDEC9B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Modeling results and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CFB8C6-84A7-4741-046E-5183E6DDC7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2739215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2881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E3B087-E963-0630-9765-FA04D83CA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Modeling results and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E0B1F9-8DA5-672B-2A45-24C9972F08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37940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037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0EB8FD-F0C9-6E59-B509-53973396CC8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BAD4F-590C-215D-9E95-556CA017C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/>
              <a:t>Modeling results and analysis</a:t>
            </a:r>
            <a:endParaRPr lang="en-US" b="1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9BFB1A5-CD0E-6611-04A3-AB7D973C8D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6939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587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990065-3A6C-55CB-60B1-5A78D16D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sz="3100" b="1">
                <a:solidFill>
                  <a:srgbClr val="FFFFFF"/>
                </a:solidFill>
              </a:rPr>
              <a:t>Summary &amp; Conclusion</a:t>
            </a:r>
            <a:br>
              <a:rPr lang="en-US" sz="3100">
                <a:solidFill>
                  <a:srgbClr val="FFFFFF"/>
                </a:solidFill>
              </a:rPr>
            </a:br>
            <a:endParaRPr lang="en-US" sz="3100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6F19D8-D637-0C3B-179D-206317A1B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196931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19006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674C8-771B-DAA3-6A5D-EB9B5BFD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</a:rPr>
              <a:t>Summary &amp; Conclusion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147A2D-AFC0-457A-551B-19348701D6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089972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859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414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Problem Identification</vt:lpstr>
      <vt:lpstr>Problem Identification</vt:lpstr>
      <vt:lpstr>Recommendation &amp; Key Findings </vt:lpstr>
      <vt:lpstr>Modeling results and analysis</vt:lpstr>
      <vt:lpstr>Modeling results and analysis</vt:lpstr>
      <vt:lpstr>Modeling results and analysis</vt:lpstr>
      <vt:lpstr>Summary &amp; Conclusion </vt:lpstr>
      <vt:lpstr>Summary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firaol dechasa</dc:creator>
  <cp:lastModifiedBy>firaol dechasa</cp:lastModifiedBy>
  <cp:revision>1</cp:revision>
  <dcterms:created xsi:type="dcterms:W3CDTF">2025-09-01T04:59:12Z</dcterms:created>
  <dcterms:modified xsi:type="dcterms:W3CDTF">2025-09-01T05:48:36Z</dcterms:modified>
</cp:coreProperties>
</file>