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8639A8-C0B1-424C-8982-B9CA03F5B3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506D08E-9CBE-4C7B-A96D-64150CF33FD6}">
      <dgm:prSet/>
      <dgm:spPr/>
      <dgm:t>
        <a:bodyPr/>
        <a:lstStyle/>
        <a:p>
          <a:r>
            <a:rPr lang="en-US"/>
            <a:t>Traffic accidents are a major public safety issue, causing thousands of injuries and fatalities each year.</a:t>
          </a:r>
        </a:p>
      </dgm:t>
    </dgm:pt>
    <dgm:pt modelId="{B1225087-9CA6-4757-8AFD-97E483018201}" type="parTrans" cxnId="{35C486D7-DD75-4E98-B05C-75D9C40C4E31}">
      <dgm:prSet/>
      <dgm:spPr/>
      <dgm:t>
        <a:bodyPr/>
        <a:lstStyle/>
        <a:p>
          <a:endParaRPr lang="en-US"/>
        </a:p>
      </dgm:t>
    </dgm:pt>
    <dgm:pt modelId="{8A56F554-3A62-420E-B40A-B6F6DFF4E6C8}" type="sibTrans" cxnId="{35C486D7-DD75-4E98-B05C-75D9C40C4E31}">
      <dgm:prSet/>
      <dgm:spPr/>
      <dgm:t>
        <a:bodyPr/>
        <a:lstStyle/>
        <a:p>
          <a:endParaRPr lang="en-US"/>
        </a:p>
      </dgm:t>
    </dgm:pt>
    <dgm:pt modelId="{9C98799D-5291-41CA-B9A7-5735CB525D02}">
      <dgm:prSet/>
      <dgm:spPr/>
      <dgm:t>
        <a:bodyPr/>
        <a:lstStyle/>
        <a:p>
          <a:r>
            <a:rPr lang="en-US"/>
            <a:t>Understanding the factors that contribute to accident severity can help inform policy decisions, improve road safety strategies, and assist emergency response planning</a:t>
          </a:r>
        </a:p>
      </dgm:t>
    </dgm:pt>
    <dgm:pt modelId="{12483758-5032-42BA-AE69-2B22809272D4}" type="parTrans" cxnId="{6A34728D-2779-4506-9222-A184752C3333}">
      <dgm:prSet/>
      <dgm:spPr/>
      <dgm:t>
        <a:bodyPr/>
        <a:lstStyle/>
        <a:p>
          <a:endParaRPr lang="en-US"/>
        </a:p>
      </dgm:t>
    </dgm:pt>
    <dgm:pt modelId="{D71539E2-E1F8-46C9-B86A-C4030CFEFE3B}" type="sibTrans" cxnId="{6A34728D-2779-4506-9222-A184752C3333}">
      <dgm:prSet/>
      <dgm:spPr/>
      <dgm:t>
        <a:bodyPr/>
        <a:lstStyle/>
        <a:p>
          <a:endParaRPr lang="en-US"/>
        </a:p>
      </dgm:t>
    </dgm:pt>
    <dgm:pt modelId="{F18830F0-7BA7-444E-A5DC-486BC736E195}">
      <dgm:prSet/>
      <dgm:spPr/>
      <dgm:t>
        <a:bodyPr/>
        <a:lstStyle/>
        <a:p>
          <a:r>
            <a:rPr lang="en-US"/>
            <a:t>This project aims to predict the severity of traffic accidents using environmental and situational factors such as weather conditions, time of day, and location</a:t>
          </a:r>
        </a:p>
      </dgm:t>
    </dgm:pt>
    <dgm:pt modelId="{DAD23D41-C0E1-42C6-AEA2-40B9EFBA7543}" type="parTrans" cxnId="{AAC54A84-9DC4-403B-90AE-91F735AB79DE}">
      <dgm:prSet/>
      <dgm:spPr/>
      <dgm:t>
        <a:bodyPr/>
        <a:lstStyle/>
        <a:p>
          <a:endParaRPr lang="en-US"/>
        </a:p>
      </dgm:t>
    </dgm:pt>
    <dgm:pt modelId="{01862E4D-E731-4C6B-9591-202C50AF786B}" type="sibTrans" cxnId="{AAC54A84-9DC4-403B-90AE-91F735AB79DE}">
      <dgm:prSet/>
      <dgm:spPr/>
      <dgm:t>
        <a:bodyPr/>
        <a:lstStyle/>
        <a:p>
          <a:endParaRPr lang="en-US"/>
        </a:p>
      </dgm:t>
    </dgm:pt>
    <dgm:pt modelId="{F5749110-C7DB-4D62-8E73-B0C083B25413}" type="pres">
      <dgm:prSet presAssocID="{D88639A8-C0B1-424C-8982-B9CA03F5B33C}" presName="root" presStyleCnt="0">
        <dgm:presLayoutVars>
          <dgm:dir/>
          <dgm:resizeHandles val="exact"/>
        </dgm:presLayoutVars>
      </dgm:prSet>
      <dgm:spPr/>
    </dgm:pt>
    <dgm:pt modelId="{C0F2C82E-CD38-41AE-BB2E-D4818EC87330}" type="pres">
      <dgm:prSet presAssocID="{8506D08E-9CBE-4C7B-A96D-64150CF33FD6}" presName="compNode" presStyleCnt="0"/>
      <dgm:spPr/>
    </dgm:pt>
    <dgm:pt modelId="{7E596333-FBEC-4E66-8615-68E21FE8D97E}" type="pres">
      <dgm:prSet presAssocID="{8506D08E-9CBE-4C7B-A96D-64150CF33FD6}" presName="bgRect" presStyleLbl="bgShp" presStyleIdx="0" presStyleCnt="3"/>
      <dgm:spPr/>
    </dgm:pt>
    <dgm:pt modelId="{F8B15219-97D0-40A6-BBCB-C3F66C1D4962}" type="pres">
      <dgm:prSet presAssocID="{8506D08E-9CBE-4C7B-A96D-64150CF33FD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14371588-9FEC-4785-8E0D-5CBB9D54409C}" type="pres">
      <dgm:prSet presAssocID="{8506D08E-9CBE-4C7B-A96D-64150CF33FD6}" presName="spaceRect" presStyleCnt="0"/>
      <dgm:spPr/>
    </dgm:pt>
    <dgm:pt modelId="{19C9D143-5C2B-44DA-ABBB-D65666302207}" type="pres">
      <dgm:prSet presAssocID="{8506D08E-9CBE-4C7B-A96D-64150CF33FD6}" presName="parTx" presStyleLbl="revTx" presStyleIdx="0" presStyleCnt="3">
        <dgm:presLayoutVars>
          <dgm:chMax val="0"/>
          <dgm:chPref val="0"/>
        </dgm:presLayoutVars>
      </dgm:prSet>
      <dgm:spPr/>
    </dgm:pt>
    <dgm:pt modelId="{41F2061A-49BB-4D86-A1D8-F1D29238651B}" type="pres">
      <dgm:prSet presAssocID="{8A56F554-3A62-420E-B40A-B6F6DFF4E6C8}" presName="sibTrans" presStyleCnt="0"/>
      <dgm:spPr/>
    </dgm:pt>
    <dgm:pt modelId="{45336A61-B369-4BB2-9BCF-2488495DB841}" type="pres">
      <dgm:prSet presAssocID="{9C98799D-5291-41CA-B9A7-5735CB525D02}" presName="compNode" presStyleCnt="0"/>
      <dgm:spPr/>
    </dgm:pt>
    <dgm:pt modelId="{9F8C83C9-C348-4170-87BF-78E1D434218B}" type="pres">
      <dgm:prSet presAssocID="{9C98799D-5291-41CA-B9A7-5735CB525D02}" presName="bgRect" presStyleLbl="bgShp" presStyleIdx="1" presStyleCnt="3"/>
      <dgm:spPr/>
    </dgm:pt>
    <dgm:pt modelId="{4D6ED599-CFB9-4298-BF03-74F1D6CE57B3}" type="pres">
      <dgm:prSet presAssocID="{9C98799D-5291-41CA-B9A7-5735CB525D0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1830C5DA-AF58-45C3-BC0E-8E630AAA9CFE}" type="pres">
      <dgm:prSet presAssocID="{9C98799D-5291-41CA-B9A7-5735CB525D02}" presName="spaceRect" presStyleCnt="0"/>
      <dgm:spPr/>
    </dgm:pt>
    <dgm:pt modelId="{18E1903F-F1E7-4543-857D-59210A14AF1D}" type="pres">
      <dgm:prSet presAssocID="{9C98799D-5291-41CA-B9A7-5735CB525D02}" presName="parTx" presStyleLbl="revTx" presStyleIdx="1" presStyleCnt="3">
        <dgm:presLayoutVars>
          <dgm:chMax val="0"/>
          <dgm:chPref val="0"/>
        </dgm:presLayoutVars>
      </dgm:prSet>
      <dgm:spPr/>
    </dgm:pt>
    <dgm:pt modelId="{F5C1486D-299C-4309-B5E9-22B7D9657271}" type="pres">
      <dgm:prSet presAssocID="{D71539E2-E1F8-46C9-B86A-C4030CFEFE3B}" presName="sibTrans" presStyleCnt="0"/>
      <dgm:spPr/>
    </dgm:pt>
    <dgm:pt modelId="{65E6CB1C-211A-47E9-BB90-110B9DDE05C8}" type="pres">
      <dgm:prSet presAssocID="{F18830F0-7BA7-444E-A5DC-486BC736E195}" presName="compNode" presStyleCnt="0"/>
      <dgm:spPr/>
    </dgm:pt>
    <dgm:pt modelId="{E76B2B4E-B9CA-41D4-B5BD-8FC148FE0800}" type="pres">
      <dgm:prSet presAssocID="{F18830F0-7BA7-444E-A5DC-486BC736E195}" presName="bgRect" presStyleLbl="bgShp" presStyleIdx="2" presStyleCnt="3"/>
      <dgm:spPr/>
    </dgm:pt>
    <dgm:pt modelId="{E3687993-6641-465D-9D67-83BDE1A67561}" type="pres">
      <dgm:prSet presAssocID="{F18830F0-7BA7-444E-A5DC-486BC736E1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AAC103A5-11C8-4443-8081-D5FDFC65A1AA}" type="pres">
      <dgm:prSet presAssocID="{F18830F0-7BA7-444E-A5DC-486BC736E195}" presName="spaceRect" presStyleCnt="0"/>
      <dgm:spPr/>
    </dgm:pt>
    <dgm:pt modelId="{10FF484E-63F4-4A18-8337-DD8720083A44}" type="pres">
      <dgm:prSet presAssocID="{F18830F0-7BA7-444E-A5DC-486BC736E19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EDE643F-B08D-4208-ACC8-EDF52391FDE1}" type="presOf" srcId="{8506D08E-9CBE-4C7B-A96D-64150CF33FD6}" destId="{19C9D143-5C2B-44DA-ABBB-D65666302207}" srcOrd="0" destOrd="0" presId="urn:microsoft.com/office/officeart/2018/2/layout/IconVerticalSolidList"/>
    <dgm:cxn modelId="{F16C584B-9AED-4C04-9F01-6BECAE7D44D8}" type="presOf" srcId="{D88639A8-C0B1-424C-8982-B9CA03F5B33C}" destId="{F5749110-C7DB-4D62-8E73-B0C083B25413}" srcOrd="0" destOrd="0" presId="urn:microsoft.com/office/officeart/2018/2/layout/IconVerticalSolidList"/>
    <dgm:cxn modelId="{E5C1BA7A-71E8-49C2-A4F6-6165C488FCB1}" type="presOf" srcId="{9C98799D-5291-41CA-B9A7-5735CB525D02}" destId="{18E1903F-F1E7-4543-857D-59210A14AF1D}" srcOrd="0" destOrd="0" presId="urn:microsoft.com/office/officeart/2018/2/layout/IconVerticalSolidList"/>
    <dgm:cxn modelId="{AAC54A84-9DC4-403B-90AE-91F735AB79DE}" srcId="{D88639A8-C0B1-424C-8982-B9CA03F5B33C}" destId="{F18830F0-7BA7-444E-A5DC-486BC736E195}" srcOrd="2" destOrd="0" parTransId="{DAD23D41-C0E1-42C6-AEA2-40B9EFBA7543}" sibTransId="{01862E4D-E731-4C6B-9591-202C50AF786B}"/>
    <dgm:cxn modelId="{6A34728D-2779-4506-9222-A184752C3333}" srcId="{D88639A8-C0B1-424C-8982-B9CA03F5B33C}" destId="{9C98799D-5291-41CA-B9A7-5735CB525D02}" srcOrd="1" destOrd="0" parTransId="{12483758-5032-42BA-AE69-2B22809272D4}" sibTransId="{D71539E2-E1F8-46C9-B86A-C4030CFEFE3B}"/>
    <dgm:cxn modelId="{F3C785BD-0C7F-42AB-8AF5-331E61636BAD}" type="presOf" srcId="{F18830F0-7BA7-444E-A5DC-486BC736E195}" destId="{10FF484E-63F4-4A18-8337-DD8720083A44}" srcOrd="0" destOrd="0" presId="urn:microsoft.com/office/officeart/2018/2/layout/IconVerticalSolidList"/>
    <dgm:cxn modelId="{35C486D7-DD75-4E98-B05C-75D9C40C4E31}" srcId="{D88639A8-C0B1-424C-8982-B9CA03F5B33C}" destId="{8506D08E-9CBE-4C7B-A96D-64150CF33FD6}" srcOrd="0" destOrd="0" parTransId="{B1225087-9CA6-4757-8AFD-97E483018201}" sibTransId="{8A56F554-3A62-420E-B40A-B6F6DFF4E6C8}"/>
    <dgm:cxn modelId="{3CE35098-8296-4318-985A-99F366FAEE43}" type="presParOf" srcId="{F5749110-C7DB-4D62-8E73-B0C083B25413}" destId="{C0F2C82E-CD38-41AE-BB2E-D4818EC87330}" srcOrd="0" destOrd="0" presId="urn:microsoft.com/office/officeart/2018/2/layout/IconVerticalSolidList"/>
    <dgm:cxn modelId="{6AA808A2-7D8C-456E-A076-8BDAFE9A55C9}" type="presParOf" srcId="{C0F2C82E-CD38-41AE-BB2E-D4818EC87330}" destId="{7E596333-FBEC-4E66-8615-68E21FE8D97E}" srcOrd="0" destOrd="0" presId="urn:microsoft.com/office/officeart/2018/2/layout/IconVerticalSolidList"/>
    <dgm:cxn modelId="{27A93BE1-3270-438F-A200-C1379CB61C76}" type="presParOf" srcId="{C0F2C82E-CD38-41AE-BB2E-D4818EC87330}" destId="{F8B15219-97D0-40A6-BBCB-C3F66C1D4962}" srcOrd="1" destOrd="0" presId="urn:microsoft.com/office/officeart/2018/2/layout/IconVerticalSolidList"/>
    <dgm:cxn modelId="{072C7013-F35B-4AB0-81D9-61FBB197801E}" type="presParOf" srcId="{C0F2C82E-CD38-41AE-BB2E-D4818EC87330}" destId="{14371588-9FEC-4785-8E0D-5CBB9D54409C}" srcOrd="2" destOrd="0" presId="urn:microsoft.com/office/officeart/2018/2/layout/IconVerticalSolidList"/>
    <dgm:cxn modelId="{5678A34B-B4A4-4939-893F-BEDB52D5FFE4}" type="presParOf" srcId="{C0F2C82E-CD38-41AE-BB2E-D4818EC87330}" destId="{19C9D143-5C2B-44DA-ABBB-D65666302207}" srcOrd="3" destOrd="0" presId="urn:microsoft.com/office/officeart/2018/2/layout/IconVerticalSolidList"/>
    <dgm:cxn modelId="{1DB32DF3-3655-4F77-9856-DA0D0FE5C6E6}" type="presParOf" srcId="{F5749110-C7DB-4D62-8E73-B0C083B25413}" destId="{41F2061A-49BB-4D86-A1D8-F1D29238651B}" srcOrd="1" destOrd="0" presId="urn:microsoft.com/office/officeart/2018/2/layout/IconVerticalSolidList"/>
    <dgm:cxn modelId="{A8BEB89B-F22B-4382-A998-61D344125FCD}" type="presParOf" srcId="{F5749110-C7DB-4D62-8E73-B0C083B25413}" destId="{45336A61-B369-4BB2-9BCF-2488495DB841}" srcOrd="2" destOrd="0" presId="urn:microsoft.com/office/officeart/2018/2/layout/IconVerticalSolidList"/>
    <dgm:cxn modelId="{B85A9632-4B1B-4C51-A7EB-B7B804DB82D8}" type="presParOf" srcId="{45336A61-B369-4BB2-9BCF-2488495DB841}" destId="{9F8C83C9-C348-4170-87BF-78E1D434218B}" srcOrd="0" destOrd="0" presId="urn:microsoft.com/office/officeart/2018/2/layout/IconVerticalSolidList"/>
    <dgm:cxn modelId="{B7D7DCED-7C15-44A3-B389-9E1F1C39D0AF}" type="presParOf" srcId="{45336A61-B369-4BB2-9BCF-2488495DB841}" destId="{4D6ED599-CFB9-4298-BF03-74F1D6CE57B3}" srcOrd="1" destOrd="0" presId="urn:microsoft.com/office/officeart/2018/2/layout/IconVerticalSolidList"/>
    <dgm:cxn modelId="{39BDDDFC-3B96-4D4F-9B29-B5F6DBC48637}" type="presParOf" srcId="{45336A61-B369-4BB2-9BCF-2488495DB841}" destId="{1830C5DA-AF58-45C3-BC0E-8E630AAA9CFE}" srcOrd="2" destOrd="0" presId="urn:microsoft.com/office/officeart/2018/2/layout/IconVerticalSolidList"/>
    <dgm:cxn modelId="{19C0B3C9-DAA5-4C2F-90FA-530C0D034C29}" type="presParOf" srcId="{45336A61-B369-4BB2-9BCF-2488495DB841}" destId="{18E1903F-F1E7-4543-857D-59210A14AF1D}" srcOrd="3" destOrd="0" presId="urn:microsoft.com/office/officeart/2018/2/layout/IconVerticalSolidList"/>
    <dgm:cxn modelId="{B4B4421C-33EE-4997-9F48-CBA001374953}" type="presParOf" srcId="{F5749110-C7DB-4D62-8E73-B0C083B25413}" destId="{F5C1486D-299C-4309-B5E9-22B7D9657271}" srcOrd="3" destOrd="0" presId="urn:microsoft.com/office/officeart/2018/2/layout/IconVerticalSolidList"/>
    <dgm:cxn modelId="{92FDF1E0-4F2A-43F6-BC27-F81456879415}" type="presParOf" srcId="{F5749110-C7DB-4D62-8E73-B0C083B25413}" destId="{65E6CB1C-211A-47E9-BB90-110B9DDE05C8}" srcOrd="4" destOrd="0" presId="urn:microsoft.com/office/officeart/2018/2/layout/IconVerticalSolidList"/>
    <dgm:cxn modelId="{5782FB90-DB76-474C-8C80-59391E1A84F3}" type="presParOf" srcId="{65E6CB1C-211A-47E9-BB90-110B9DDE05C8}" destId="{E76B2B4E-B9CA-41D4-B5BD-8FC148FE0800}" srcOrd="0" destOrd="0" presId="urn:microsoft.com/office/officeart/2018/2/layout/IconVerticalSolidList"/>
    <dgm:cxn modelId="{33DB395B-3155-45B4-9EDC-723393409838}" type="presParOf" srcId="{65E6CB1C-211A-47E9-BB90-110B9DDE05C8}" destId="{E3687993-6641-465D-9D67-83BDE1A67561}" srcOrd="1" destOrd="0" presId="urn:microsoft.com/office/officeart/2018/2/layout/IconVerticalSolidList"/>
    <dgm:cxn modelId="{81C5E1BE-49FE-473F-8263-3AA6FE517B1F}" type="presParOf" srcId="{65E6CB1C-211A-47E9-BB90-110B9DDE05C8}" destId="{AAC103A5-11C8-4443-8081-D5FDFC65A1AA}" srcOrd="2" destOrd="0" presId="urn:microsoft.com/office/officeart/2018/2/layout/IconVerticalSolidList"/>
    <dgm:cxn modelId="{9D4CCBB5-36C5-482E-9D34-1558C065F36F}" type="presParOf" srcId="{65E6CB1C-211A-47E9-BB90-110B9DDE05C8}" destId="{10FF484E-63F4-4A18-8337-DD8720083A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4407E0-8F66-413D-AD82-9F63C9D354B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37AB2EB7-49F5-4D86-A43F-23266F0CA9D0}">
      <dgm:prSet/>
      <dgm:spPr/>
      <dgm:t>
        <a:bodyPr/>
        <a:lstStyle/>
        <a:p>
          <a:r>
            <a:rPr lang="en-US"/>
            <a:t>uses the </a:t>
          </a:r>
          <a:r>
            <a:rPr lang="en-US" b="1"/>
            <a:t>U.S. Accidents (2016–2023)</a:t>
          </a:r>
          <a:r>
            <a:rPr lang="en-US"/>
            <a:t> dataset obtained from open data platforms such as Kaggle and U.S. transportation data sources</a:t>
          </a:r>
        </a:p>
      </dgm:t>
    </dgm:pt>
    <dgm:pt modelId="{EE9877E4-281B-4071-B796-AD99D2E82900}" type="parTrans" cxnId="{C4E6499A-598A-425B-8C26-E7D2CABD474A}">
      <dgm:prSet/>
      <dgm:spPr/>
      <dgm:t>
        <a:bodyPr/>
        <a:lstStyle/>
        <a:p>
          <a:endParaRPr lang="en-US"/>
        </a:p>
      </dgm:t>
    </dgm:pt>
    <dgm:pt modelId="{E4F47C68-5A65-40AE-AA21-3EA9CCB1CB9D}" type="sibTrans" cxnId="{C4E6499A-598A-425B-8C26-E7D2CABD474A}">
      <dgm:prSet/>
      <dgm:spPr/>
      <dgm:t>
        <a:bodyPr/>
        <a:lstStyle/>
        <a:p>
          <a:endParaRPr lang="en-US"/>
        </a:p>
      </dgm:t>
    </dgm:pt>
    <dgm:pt modelId="{01AD2F6C-543F-4447-B763-D3AFFBAA3D16}">
      <dgm:prSet/>
      <dgm:spPr/>
      <dgm:t>
        <a:bodyPr/>
        <a:lstStyle/>
        <a:p>
          <a:r>
            <a:rPr lang="en-US"/>
            <a:t>dataset supports both exploratory analysis and predictive modeling.</a:t>
          </a:r>
        </a:p>
      </dgm:t>
    </dgm:pt>
    <dgm:pt modelId="{0FE5C250-E43D-4145-8667-E90671331335}" type="parTrans" cxnId="{4EFC85E3-943B-44AA-8790-55992CC7B9A2}">
      <dgm:prSet/>
      <dgm:spPr/>
      <dgm:t>
        <a:bodyPr/>
        <a:lstStyle/>
        <a:p>
          <a:endParaRPr lang="en-US"/>
        </a:p>
      </dgm:t>
    </dgm:pt>
    <dgm:pt modelId="{B930CC96-D332-44DA-BE4A-0867325965B1}" type="sibTrans" cxnId="{4EFC85E3-943B-44AA-8790-55992CC7B9A2}">
      <dgm:prSet/>
      <dgm:spPr/>
      <dgm:t>
        <a:bodyPr/>
        <a:lstStyle/>
        <a:p>
          <a:endParaRPr lang="en-US"/>
        </a:p>
      </dgm:t>
    </dgm:pt>
    <dgm:pt modelId="{0338348D-B7BD-4CD0-AAE8-175546D9CD54}">
      <dgm:prSet/>
      <dgm:spPr/>
      <dgm:t>
        <a:bodyPr/>
        <a:lstStyle/>
        <a:p>
          <a:r>
            <a:rPr lang="en-US"/>
            <a:t>include: Accident severity (target variable),Date and time of the crash, Location (city, state, GPS coordinates),Weather conditions (visibility, precipitation, temperature),Road conditions (surface type, lighting, road type),Environmental and situational factors</a:t>
          </a:r>
        </a:p>
      </dgm:t>
    </dgm:pt>
    <dgm:pt modelId="{009F87D5-7860-422A-AD6E-D57506F00CFA}" type="parTrans" cxnId="{67DD3328-5883-4BB2-AB37-B7D448CB974C}">
      <dgm:prSet/>
      <dgm:spPr/>
      <dgm:t>
        <a:bodyPr/>
        <a:lstStyle/>
        <a:p>
          <a:endParaRPr lang="en-US"/>
        </a:p>
      </dgm:t>
    </dgm:pt>
    <dgm:pt modelId="{BB06D401-99DB-4A3A-8ED8-329EA21D1B38}" type="sibTrans" cxnId="{67DD3328-5883-4BB2-AB37-B7D448CB974C}">
      <dgm:prSet/>
      <dgm:spPr/>
      <dgm:t>
        <a:bodyPr/>
        <a:lstStyle/>
        <a:p>
          <a:endParaRPr lang="en-US"/>
        </a:p>
      </dgm:t>
    </dgm:pt>
    <dgm:pt modelId="{EBDC8548-203F-4F3A-A0B9-2FC5CA76FB09}" type="pres">
      <dgm:prSet presAssocID="{204407E0-8F66-413D-AD82-9F63C9D354BB}" presName="root" presStyleCnt="0">
        <dgm:presLayoutVars>
          <dgm:dir/>
          <dgm:resizeHandles val="exact"/>
        </dgm:presLayoutVars>
      </dgm:prSet>
      <dgm:spPr/>
    </dgm:pt>
    <dgm:pt modelId="{3E81FAEF-D8E2-45ED-9AA4-0C28C0AE63E5}" type="pres">
      <dgm:prSet presAssocID="{37AB2EB7-49F5-4D86-A43F-23266F0CA9D0}" presName="compNode" presStyleCnt="0"/>
      <dgm:spPr/>
    </dgm:pt>
    <dgm:pt modelId="{D92856A7-F334-43A4-AA5A-939D0A3541F9}" type="pres">
      <dgm:prSet presAssocID="{37AB2EB7-49F5-4D86-A43F-23266F0CA9D0}" presName="bgRect" presStyleLbl="bgShp" presStyleIdx="0" presStyleCnt="3"/>
      <dgm:spPr/>
    </dgm:pt>
    <dgm:pt modelId="{809FFA26-3FC7-48FF-A7F1-928F0AA1DBB8}" type="pres">
      <dgm:prSet presAssocID="{37AB2EB7-49F5-4D86-A43F-23266F0CA9D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AEC0719-A81B-4565-B076-629E97456A9D}" type="pres">
      <dgm:prSet presAssocID="{37AB2EB7-49F5-4D86-A43F-23266F0CA9D0}" presName="spaceRect" presStyleCnt="0"/>
      <dgm:spPr/>
    </dgm:pt>
    <dgm:pt modelId="{DB7083CF-E4FD-4DA2-ADEE-FA3817FDBFFD}" type="pres">
      <dgm:prSet presAssocID="{37AB2EB7-49F5-4D86-A43F-23266F0CA9D0}" presName="parTx" presStyleLbl="revTx" presStyleIdx="0" presStyleCnt="3">
        <dgm:presLayoutVars>
          <dgm:chMax val="0"/>
          <dgm:chPref val="0"/>
        </dgm:presLayoutVars>
      </dgm:prSet>
      <dgm:spPr/>
    </dgm:pt>
    <dgm:pt modelId="{B30ECA1A-7091-46B2-ADE8-A19E873D3BE1}" type="pres">
      <dgm:prSet presAssocID="{E4F47C68-5A65-40AE-AA21-3EA9CCB1CB9D}" presName="sibTrans" presStyleCnt="0"/>
      <dgm:spPr/>
    </dgm:pt>
    <dgm:pt modelId="{B0F2FA6B-2EE9-4178-ACD0-417D3A1F7B15}" type="pres">
      <dgm:prSet presAssocID="{0338348D-B7BD-4CD0-AAE8-175546D9CD54}" presName="compNode" presStyleCnt="0"/>
      <dgm:spPr/>
    </dgm:pt>
    <dgm:pt modelId="{F3EBD248-F89A-4262-A034-509AD12A3898}" type="pres">
      <dgm:prSet presAssocID="{0338348D-B7BD-4CD0-AAE8-175546D9CD54}" presName="bgRect" presStyleLbl="bgShp" presStyleIdx="1" presStyleCnt="3"/>
      <dgm:spPr/>
    </dgm:pt>
    <dgm:pt modelId="{C677C327-9CC2-45A0-8C08-08E745991726}" type="pres">
      <dgm:prSet presAssocID="{0338348D-B7BD-4CD0-AAE8-175546D9CD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E40E131B-4B77-490A-B26F-9F7C25E30E9C}" type="pres">
      <dgm:prSet presAssocID="{0338348D-B7BD-4CD0-AAE8-175546D9CD54}" presName="spaceRect" presStyleCnt="0"/>
      <dgm:spPr/>
    </dgm:pt>
    <dgm:pt modelId="{52DCAE40-ABD4-4106-A7D8-7688586AC83A}" type="pres">
      <dgm:prSet presAssocID="{0338348D-B7BD-4CD0-AAE8-175546D9CD54}" presName="parTx" presStyleLbl="revTx" presStyleIdx="1" presStyleCnt="3">
        <dgm:presLayoutVars>
          <dgm:chMax val="0"/>
          <dgm:chPref val="0"/>
        </dgm:presLayoutVars>
      </dgm:prSet>
      <dgm:spPr/>
    </dgm:pt>
    <dgm:pt modelId="{A9E82D66-8917-47E0-B5C2-21B707962D1C}" type="pres">
      <dgm:prSet presAssocID="{BB06D401-99DB-4A3A-8ED8-329EA21D1B38}" presName="sibTrans" presStyleCnt="0"/>
      <dgm:spPr/>
    </dgm:pt>
    <dgm:pt modelId="{4B7FD151-C67B-47FF-ABC8-6CB0280F8387}" type="pres">
      <dgm:prSet presAssocID="{01AD2F6C-543F-4447-B763-D3AFFBAA3D16}" presName="compNode" presStyleCnt="0"/>
      <dgm:spPr/>
    </dgm:pt>
    <dgm:pt modelId="{C4D49439-8D69-4B21-96B5-5F2C6EDCD95A}" type="pres">
      <dgm:prSet presAssocID="{01AD2F6C-543F-4447-B763-D3AFFBAA3D16}" presName="bgRect" presStyleLbl="bgShp" presStyleIdx="2" presStyleCnt="3"/>
      <dgm:spPr/>
    </dgm:pt>
    <dgm:pt modelId="{A7965583-C9A3-47D2-B497-EBDF6163939F}" type="pres">
      <dgm:prSet presAssocID="{01AD2F6C-543F-4447-B763-D3AFFBAA3D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E004419-A55C-4AC4-9ADE-AD2DF8A0A97B}" type="pres">
      <dgm:prSet presAssocID="{01AD2F6C-543F-4447-B763-D3AFFBAA3D16}" presName="spaceRect" presStyleCnt="0"/>
      <dgm:spPr/>
    </dgm:pt>
    <dgm:pt modelId="{83EBB76C-C7B7-4BCE-BB48-A40DA028D1A2}" type="pres">
      <dgm:prSet presAssocID="{01AD2F6C-543F-4447-B763-D3AFFBAA3D1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7DD3328-5883-4BB2-AB37-B7D448CB974C}" srcId="{204407E0-8F66-413D-AD82-9F63C9D354BB}" destId="{0338348D-B7BD-4CD0-AAE8-175546D9CD54}" srcOrd="1" destOrd="0" parTransId="{009F87D5-7860-422A-AD6E-D57506F00CFA}" sibTransId="{BB06D401-99DB-4A3A-8ED8-329EA21D1B38}"/>
    <dgm:cxn modelId="{A2E4BE68-D8D3-4293-BAA7-4488D5E68864}" type="presOf" srcId="{01AD2F6C-543F-4447-B763-D3AFFBAA3D16}" destId="{83EBB76C-C7B7-4BCE-BB48-A40DA028D1A2}" srcOrd="0" destOrd="0" presId="urn:microsoft.com/office/officeart/2018/2/layout/IconVerticalSolidList"/>
    <dgm:cxn modelId="{41D4516C-5393-4EEC-A88D-AC76F146BF7E}" type="presOf" srcId="{0338348D-B7BD-4CD0-AAE8-175546D9CD54}" destId="{52DCAE40-ABD4-4106-A7D8-7688586AC83A}" srcOrd="0" destOrd="0" presId="urn:microsoft.com/office/officeart/2018/2/layout/IconVerticalSolidList"/>
    <dgm:cxn modelId="{15D4378A-33F5-4027-870B-FA3891EE4740}" type="presOf" srcId="{37AB2EB7-49F5-4D86-A43F-23266F0CA9D0}" destId="{DB7083CF-E4FD-4DA2-ADEE-FA3817FDBFFD}" srcOrd="0" destOrd="0" presId="urn:microsoft.com/office/officeart/2018/2/layout/IconVerticalSolidList"/>
    <dgm:cxn modelId="{C4E6499A-598A-425B-8C26-E7D2CABD474A}" srcId="{204407E0-8F66-413D-AD82-9F63C9D354BB}" destId="{37AB2EB7-49F5-4D86-A43F-23266F0CA9D0}" srcOrd="0" destOrd="0" parTransId="{EE9877E4-281B-4071-B796-AD99D2E82900}" sibTransId="{E4F47C68-5A65-40AE-AA21-3EA9CCB1CB9D}"/>
    <dgm:cxn modelId="{3D76B6BE-58EE-4018-8B0F-A3E86F449808}" type="presOf" srcId="{204407E0-8F66-413D-AD82-9F63C9D354BB}" destId="{EBDC8548-203F-4F3A-A0B9-2FC5CA76FB09}" srcOrd="0" destOrd="0" presId="urn:microsoft.com/office/officeart/2018/2/layout/IconVerticalSolidList"/>
    <dgm:cxn modelId="{4EFC85E3-943B-44AA-8790-55992CC7B9A2}" srcId="{204407E0-8F66-413D-AD82-9F63C9D354BB}" destId="{01AD2F6C-543F-4447-B763-D3AFFBAA3D16}" srcOrd="2" destOrd="0" parTransId="{0FE5C250-E43D-4145-8667-E90671331335}" sibTransId="{B930CC96-D332-44DA-BE4A-0867325965B1}"/>
    <dgm:cxn modelId="{50E49C14-A5F2-47B2-95BC-05F97EF24F8F}" type="presParOf" srcId="{EBDC8548-203F-4F3A-A0B9-2FC5CA76FB09}" destId="{3E81FAEF-D8E2-45ED-9AA4-0C28C0AE63E5}" srcOrd="0" destOrd="0" presId="urn:microsoft.com/office/officeart/2018/2/layout/IconVerticalSolidList"/>
    <dgm:cxn modelId="{BBA31810-4569-44E7-A41A-FAE75E0D90CC}" type="presParOf" srcId="{3E81FAEF-D8E2-45ED-9AA4-0C28C0AE63E5}" destId="{D92856A7-F334-43A4-AA5A-939D0A3541F9}" srcOrd="0" destOrd="0" presId="urn:microsoft.com/office/officeart/2018/2/layout/IconVerticalSolidList"/>
    <dgm:cxn modelId="{49E3679B-4903-46EB-BFEF-0CC1ED7A2284}" type="presParOf" srcId="{3E81FAEF-D8E2-45ED-9AA4-0C28C0AE63E5}" destId="{809FFA26-3FC7-48FF-A7F1-928F0AA1DBB8}" srcOrd="1" destOrd="0" presId="urn:microsoft.com/office/officeart/2018/2/layout/IconVerticalSolidList"/>
    <dgm:cxn modelId="{356CB598-2CBA-49AA-A854-1085FF28B43C}" type="presParOf" srcId="{3E81FAEF-D8E2-45ED-9AA4-0C28C0AE63E5}" destId="{7AEC0719-A81B-4565-B076-629E97456A9D}" srcOrd="2" destOrd="0" presId="urn:microsoft.com/office/officeart/2018/2/layout/IconVerticalSolidList"/>
    <dgm:cxn modelId="{8B775E62-F516-4BBE-ADA8-716839E6EEDB}" type="presParOf" srcId="{3E81FAEF-D8E2-45ED-9AA4-0C28C0AE63E5}" destId="{DB7083CF-E4FD-4DA2-ADEE-FA3817FDBFFD}" srcOrd="3" destOrd="0" presId="urn:microsoft.com/office/officeart/2018/2/layout/IconVerticalSolidList"/>
    <dgm:cxn modelId="{146D77F0-60BC-4BA6-85E1-50F03188625D}" type="presParOf" srcId="{EBDC8548-203F-4F3A-A0B9-2FC5CA76FB09}" destId="{B30ECA1A-7091-46B2-ADE8-A19E873D3BE1}" srcOrd="1" destOrd="0" presId="urn:microsoft.com/office/officeart/2018/2/layout/IconVerticalSolidList"/>
    <dgm:cxn modelId="{EE70BE85-5231-43F1-A7E4-0B4D720722F2}" type="presParOf" srcId="{EBDC8548-203F-4F3A-A0B9-2FC5CA76FB09}" destId="{B0F2FA6B-2EE9-4178-ACD0-417D3A1F7B15}" srcOrd="2" destOrd="0" presId="urn:microsoft.com/office/officeart/2018/2/layout/IconVerticalSolidList"/>
    <dgm:cxn modelId="{5A752CC1-1655-4013-9821-13800F744EA7}" type="presParOf" srcId="{B0F2FA6B-2EE9-4178-ACD0-417D3A1F7B15}" destId="{F3EBD248-F89A-4262-A034-509AD12A3898}" srcOrd="0" destOrd="0" presId="urn:microsoft.com/office/officeart/2018/2/layout/IconVerticalSolidList"/>
    <dgm:cxn modelId="{174B5D6D-AA5E-4D0E-BF71-00F2CA8745FF}" type="presParOf" srcId="{B0F2FA6B-2EE9-4178-ACD0-417D3A1F7B15}" destId="{C677C327-9CC2-45A0-8C08-08E745991726}" srcOrd="1" destOrd="0" presId="urn:microsoft.com/office/officeart/2018/2/layout/IconVerticalSolidList"/>
    <dgm:cxn modelId="{8B9F26B2-FA2E-4CD4-AEDF-0DE5D49F62E1}" type="presParOf" srcId="{B0F2FA6B-2EE9-4178-ACD0-417D3A1F7B15}" destId="{E40E131B-4B77-490A-B26F-9F7C25E30E9C}" srcOrd="2" destOrd="0" presId="urn:microsoft.com/office/officeart/2018/2/layout/IconVerticalSolidList"/>
    <dgm:cxn modelId="{E8EF8F4C-06A7-41EE-BE3F-2B2D60212909}" type="presParOf" srcId="{B0F2FA6B-2EE9-4178-ACD0-417D3A1F7B15}" destId="{52DCAE40-ABD4-4106-A7D8-7688586AC83A}" srcOrd="3" destOrd="0" presId="urn:microsoft.com/office/officeart/2018/2/layout/IconVerticalSolidList"/>
    <dgm:cxn modelId="{5DBDDEF7-CB65-4688-8174-842929D0F3FC}" type="presParOf" srcId="{EBDC8548-203F-4F3A-A0B9-2FC5CA76FB09}" destId="{A9E82D66-8917-47E0-B5C2-21B707962D1C}" srcOrd="3" destOrd="0" presId="urn:microsoft.com/office/officeart/2018/2/layout/IconVerticalSolidList"/>
    <dgm:cxn modelId="{37DAF05A-3328-482F-823A-D91215B7B124}" type="presParOf" srcId="{EBDC8548-203F-4F3A-A0B9-2FC5CA76FB09}" destId="{4B7FD151-C67B-47FF-ABC8-6CB0280F8387}" srcOrd="4" destOrd="0" presId="urn:microsoft.com/office/officeart/2018/2/layout/IconVerticalSolidList"/>
    <dgm:cxn modelId="{4EBD49CB-EB35-410E-A67F-950971F2C531}" type="presParOf" srcId="{4B7FD151-C67B-47FF-ABC8-6CB0280F8387}" destId="{C4D49439-8D69-4B21-96B5-5F2C6EDCD95A}" srcOrd="0" destOrd="0" presId="urn:microsoft.com/office/officeart/2018/2/layout/IconVerticalSolidList"/>
    <dgm:cxn modelId="{D7DA1D3A-488A-4715-97DE-2C13C6466A76}" type="presParOf" srcId="{4B7FD151-C67B-47FF-ABC8-6CB0280F8387}" destId="{A7965583-C9A3-47D2-B497-EBDF6163939F}" srcOrd="1" destOrd="0" presId="urn:microsoft.com/office/officeart/2018/2/layout/IconVerticalSolidList"/>
    <dgm:cxn modelId="{3416BA33-0F1A-4DB3-BCFA-F7303FEF5994}" type="presParOf" srcId="{4B7FD151-C67B-47FF-ABC8-6CB0280F8387}" destId="{6E004419-A55C-4AC4-9ADE-AD2DF8A0A97B}" srcOrd="2" destOrd="0" presId="urn:microsoft.com/office/officeart/2018/2/layout/IconVerticalSolidList"/>
    <dgm:cxn modelId="{9F4AD7F5-671A-4207-8090-DAFB12599D89}" type="presParOf" srcId="{4B7FD151-C67B-47FF-ABC8-6CB0280F8387}" destId="{83EBB76C-C7B7-4BCE-BB48-A40DA028D1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04A870-0F01-4192-8B23-8FA9EF9151F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A5BCF0B-5F87-4E15-8645-C0CE3675FF8A}">
      <dgm:prSet/>
      <dgm:spPr/>
      <dgm:t>
        <a:bodyPr/>
        <a:lstStyle/>
        <a:p>
          <a:r>
            <a:rPr lang="en-US" b="1" dirty="0"/>
            <a:t>Data Wrangling:</a:t>
          </a:r>
          <a:r>
            <a:rPr lang="en-US" dirty="0"/>
            <a:t> The dataset was cleaned, Drop columns with &gt;40% missing, Fill numerical NaNs with median, Fill categorical NaNs with mode  and prepared , These steps ensured the dataset was suitable for machine learning models</a:t>
          </a:r>
        </a:p>
      </dgm:t>
    </dgm:pt>
    <dgm:pt modelId="{C06DC1D3-60DC-4291-A7FD-8E8F78B33BAB}" type="parTrans" cxnId="{D01CBE67-9B18-4521-9216-9E219C1DC9B0}">
      <dgm:prSet/>
      <dgm:spPr/>
      <dgm:t>
        <a:bodyPr/>
        <a:lstStyle/>
        <a:p>
          <a:endParaRPr lang="en-US"/>
        </a:p>
      </dgm:t>
    </dgm:pt>
    <dgm:pt modelId="{FC28CAEE-494D-428E-BCEB-F44FF1AAFF62}" type="sibTrans" cxnId="{D01CBE67-9B18-4521-9216-9E219C1DC9B0}">
      <dgm:prSet/>
      <dgm:spPr/>
      <dgm:t>
        <a:bodyPr/>
        <a:lstStyle/>
        <a:p>
          <a:endParaRPr lang="en-US"/>
        </a:p>
      </dgm:t>
    </dgm:pt>
    <dgm:pt modelId="{7ECC725E-AA9A-487B-94E9-8313419B6FFE}">
      <dgm:prSet/>
      <dgm:spPr/>
      <dgm:t>
        <a:bodyPr/>
        <a:lstStyle/>
        <a:p>
          <a:r>
            <a:rPr lang="en-US" b="1" dirty="0"/>
            <a:t>Exploratory Data Analysis (EDA):</a:t>
          </a:r>
          <a:r>
            <a:rPr lang="en-US" dirty="0"/>
            <a:t> Exploration of the data revealed important relationships, These findings helped identify patterns and correlations within the data</a:t>
          </a:r>
        </a:p>
      </dgm:t>
    </dgm:pt>
    <dgm:pt modelId="{A6DE2CBC-0F16-4AAA-930E-AA43D9B7D060}" type="parTrans" cxnId="{044C2771-7835-45AA-AC71-A8DA00FA13C1}">
      <dgm:prSet/>
      <dgm:spPr/>
      <dgm:t>
        <a:bodyPr/>
        <a:lstStyle/>
        <a:p>
          <a:endParaRPr lang="en-US"/>
        </a:p>
      </dgm:t>
    </dgm:pt>
    <dgm:pt modelId="{23509215-3EDE-4251-B9D7-06FE173B618D}" type="sibTrans" cxnId="{044C2771-7835-45AA-AC71-A8DA00FA13C1}">
      <dgm:prSet/>
      <dgm:spPr/>
      <dgm:t>
        <a:bodyPr/>
        <a:lstStyle/>
        <a:p>
          <a:endParaRPr lang="en-US"/>
        </a:p>
      </dgm:t>
    </dgm:pt>
    <dgm:pt modelId="{B9839F0B-971A-46E1-A670-999812D11CE6}">
      <dgm:prSet/>
      <dgm:spPr/>
      <dgm:t>
        <a:bodyPr/>
        <a:lstStyle/>
        <a:p>
          <a:r>
            <a:rPr lang="en-US" b="1" dirty="0"/>
            <a:t>Hypothesis:</a:t>
          </a:r>
          <a:r>
            <a:rPr lang="en-US" dirty="0"/>
            <a:t> Based on initial exploration, the following hypothesis was formed: Accidents occurring at night, in poor weather conditions, and on high-speed roads are more likely to result in higher severity levels, guided the modeling phase</a:t>
          </a:r>
        </a:p>
      </dgm:t>
    </dgm:pt>
    <dgm:pt modelId="{A81E4ECD-1145-4115-A075-FCD5E59D0B7E}" type="parTrans" cxnId="{4474B752-6905-4E10-B8E5-87F54C689BB9}">
      <dgm:prSet/>
      <dgm:spPr/>
      <dgm:t>
        <a:bodyPr/>
        <a:lstStyle/>
        <a:p>
          <a:endParaRPr lang="en-US"/>
        </a:p>
      </dgm:t>
    </dgm:pt>
    <dgm:pt modelId="{9F7D422A-A18A-437C-9236-84CF7D382F61}" type="sibTrans" cxnId="{4474B752-6905-4E10-B8E5-87F54C689BB9}">
      <dgm:prSet/>
      <dgm:spPr/>
      <dgm:t>
        <a:bodyPr/>
        <a:lstStyle/>
        <a:p>
          <a:endParaRPr lang="en-US"/>
        </a:p>
      </dgm:t>
    </dgm:pt>
    <dgm:pt modelId="{D72FB49D-2EA4-4974-BFF1-235DBF707164}" type="pres">
      <dgm:prSet presAssocID="{0F04A870-0F01-4192-8B23-8FA9EF9151FC}" presName="root" presStyleCnt="0">
        <dgm:presLayoutVars>
          <dgm:dir/>
          <dgm:resizeHandles val="exact"/>
        </dgm:presLayoutVars>
      </dgm:prSet>
      <dgm:spPr/>
    </dgm:pt>
    <dgm:pt modelId="{D0D0B6CF-05F2-40DE-ACF7-B1DD49B8F097}" type="pres">
      <dgm:prSet presAssocID="{1A5BCF0B-5F87-4E15-8645-C0CE3675FF8A}" presName="compNode" presStyleCnt="0"/>
      <dgm:spPr/>
    </dgm:pt>
    <dgm:pt modelId="{EA7417F7-CB61-4C95-8FEF-F4D861CA07B6}" type="pres">
      <dgm:prSet presAssocID="{1A5BCF0B-5F87-4E15-8645-C0CE3675FF8A}" presName="bgRect" presStyleLbl="bgShp" presStyleIdx="0" presStyleCnt="3"/>
      <dgm:spPr/>
    </dgm:pt>
    <dgm:pt modelId="{AC84F664-4741-4AF2-A282-029215D20189}" type="pres">
      <dgm:prSet presAssocID="{1A5BCF0B-5F87-4E15-8645-C0CE3675FF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D1DA658-A19B-48AA-A31B-E53A535CEA91}" type="pres">
      <dgm:prSet presAssocID="{1A5BCF0B-5F87-4E15-8645-C0CE3675FF8A}" presName="spaceRect" presStyleCnt="0"/>
      <dgm:spPr/>
    </dgm:pt>
    <dgm:pt modelId="{A5138A61-DE87-4259-87F9-B5E58A27B41D}" type="pres">
      <dgm:prSet presAssocID="{1A5BCF0B-5F87-4E15-8645-C0CE3675FF8A}" presName="parTx" presStyleLbl="revTx" presStyleIdx="0" presStyleCnt="3">
        <dgm:presLayoutVars>
          <dgm:chMax val="0"/>
          <dgm:chPref val="0"/>
        </dgm:presLayoutVars>
      </dgm:prSet>
      <dgm:spPr/>
    </dgm:pt>
    <dgm:pt modelId="{3C72591F-90C6-4792-98BB-75C3AF9C9A56}" type="pres">
      <dgm:prSet presAssocID="{FC28CAEE-494D-428E-BCEB-F44FF1AAFF62}" presName="sibTrans" presStyleCnt="0"/>
      <dgm:spPr/>
    </dgm:pt>
    <dgm:pt modelId="{361AE368-BB6A-495D-A343-FC0F3ADA230F}" type="pres">
      <dgm:prSet presAssocID="{7ECC725E-AA9A-487B-94E9-8313419B6FFE}" presName="compNode" presStyleCnt="0"/>
      <dgm:spPr/>
    </dgm:pt>
    <dgm:pt modelId="{7130EA38-10D5-4BB8-AFDE-8E866472FC71}" type="pres">
      <dgm:prSet presAssocID="{7ECC725E-AA9A-487B-94E9-8313419B6FFE}" presName="bgRect" presStyleLbl="bgShp" presStyleIdx="1" presStyleCnt="3"/>
      <dgm:spPr/>
    </dgm:pt>
    <dgm:pt modelId="{0B4DDC6D-1BC8-4EFF-B621-16D890E529B2}" type="pres">
      <dgm:prSet presAssocID="{7ECC725E-AA9A-487B-94E9-8313419B6F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72EC3447-ED29-440F-A0F7-A581E6873FA7}" type="pres">
      <dgm:prSet presAssocID="{7ECC725E-AA9A-487B-94E9-8313419B6FFE}" presName="spaceRect" presStyleCnt="0"/>
      <dgm:spPr/>
    </dgm:pt>
    <dgm:pt modelId="{DED426DA-A538-4B02-8296-546DC8A06E8C}" type="pres">
      <dgm:prSet presAssocID="{7ECC725E-AA9A-487B-94E9-8313419B6FFE}" presName="parTx" presStyleLbl="revTx" presStyleIdx="1" presStyleCnt="3">
        <dgm:presLayoutVars>
          <dgm:chMax val="0"/>
          <dgm:chPref val="0"/>
        </dgm:presLayoutVars>
      </dgm:prSet>
      <dgm:spPr/>
    </dgm:pt>
    <dgm:pt modelId="{0C91ECE0-4B39-4169-9F64-51E8367BA577}" type="pres">
      <dgm:prSet presAssocID="{23509215-3EDE-4251-B9D7-06FE173B618D}" presName="sibTrans" presStyleCnt="0"/>
      <dgm:spPr/>
    </dgm:pt>
    <dgm:pt modelId="{10375BB3-A1FC-4540-8BC0-DB9915F9C5D3}" type="pres">
      <dgm:prSet presAssocID="{B9839F0B-971A-46E1-A670-999812D11CE6}" presName="compNode" presStyleCnt="0"/>
      <dgm:spPr/>
    </dgm:pt>
    <dgm:pt modelId="{E7782D4D-5EF7-4F69-A612-996446412605}" type="pres">
      <dgm:prSet presAssocID="{B9839F0B-971A-46E1-A670-999812D11CE6}" presName="bgRect" presStyleLbl="bgShp" presStyleIdx="2" presStyleCnt="3"/>
      <dgm:spPr/>
    </dgm:pt>
    <dgm:pt modelId="{8C53AB4C-FF4A-472B-961B-37D20319832B}" type="pres">
      <dgm:prSet presAssocID="{B9839F0B-971A-46E1-A670-999812D11CE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F1D86FA8-5E5F-4640-BF3E-C943291FFCE7}" type="pres">
      <dgm:prSet presAssocID="{B9839F0B-971A-46E1-A670-999812D11CE6}" presName="spaceRect" presStyleCnt="0"/>
      <dgm:spPr/>
    </dgm:pt>
    <dgm:pt modelId="{D4781CD3-447A-44FD-88F8-1F0572065A7F}" type="pres">
      <dgm:prSet presAssocID="{B9839F0B-971A-46E1-A670-999812D11CE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53AA118-D446-4C9E-84F8-CFF60A9B6F25}" type="presOf" srcId="{0F04A870-0F01-4192-8B23-8FA9EF9151FC}" destId="{D72FB49D-2EA4-4974-BFF1-235DBF707164}" srcOrd="0" destOrd="0" presId="urn:microsoft.com/office/officeart/2018/2/layout/IconVerticalSolidList"/>
    <dgm:cxn modelId="{7EA6EA28-AD1E-4C4E-B565-1E747310E964}" type="presOf" srcId="{7ECC725E-AA9A-487B-94E9-8313419B6FFE}" destId="{DED426DA-A538-4B02-8296-546DC8A06E8C}" srcOrd="0" destOrd="0" presId="urn:microsoft.com/office/officeart/2018/2/layout/IconVerticalSolidList"/>
    <dgm:cxn modelId="{6620462E-5FE8-48EA-9A93-834FB3F62A35}" type="presOf" srcId="{B9839F0B-971A-46E1-A670-999812D11CE6}" destId="{D4781CD3-447A-44FD-88F8-1F0572065A7F}" srcOrd="0" destOrd="0" presId="urn:microsoft.com/office/officeart/2018/2/layout/IconVerticalSolidList"/>
    <dgm:cxn modelId="{D01CBE67-9B18-4521-9216-9E219C1DC9B0}" srcId="{0F04A870-0F01-4192-8B23-8FA9EF9151FC}" destId="{1A5BCF0B-5F87-4E15-8645-C0CE3675FF8A}" srcOrd="0" destOrd="0" parTransId="{C06DC1D3-60DC-4291-A7FD-8E8F78B33BAB}" sibTransId="{FC28CAEE-494D-428E-BCEB-F44FF1AAFF62}"/>
    <dgm:cxn modelId="{044C2771-7835-45AA-AC71-A8DA00FA13C1}" srcId="{0F04A870-0F01-4192-8B23-8FA9EF9151FC}" destId="{7ECC725E-AA9A-487B-94E9-8313419B6FFE}" srcOrd="1" destOrd="0" parTransId="{A6DE2CBC-0F16-4AAA-930E-AA43D9B7D060}" sibTransId="{23509215-3EDE-4251-B9D7-06FE173B618D}"/>
    <dgm:cxn modelId="{4474B752-6905-4E10-B8E5-87F54C689BB9}" srcId="{0F04A870-0F01-4192-8B23-8FA9EF9151FC}" destId="{B9839F0B-971A-46E1-A670-999812D11CE6}" srcOrd="2" destOrd="0" parTransId="{A81E4ECD-1145-4115-A075-FCD5E59D0B7E}" sibTransId="{9F7D422A-A18A-437C-9236-84CF7D382F61}"/>
    <dgm:cxn modelId="{D2C5ADDF-C840-44BD-9EEE-FB47FEB9D50D}" type="presOf" srcId="{1A5BCF0B-5F87-4E15-8645-C0CE3675FF8A}" destId="{A5138A61-DE87-4259-87F9-B5E58A27B41D}" srcOrd="0" destOrd="0" presId="urn:microsoft.com/office/officeart/2018/2/layout/IconVerticalSolidList"/>
    <dgm:cxn modelId="{B8C15315-BA67-4438-9732-763075F514AE}" type="presParOf" srcId="{D72FB49D-2EA4-4974-BFF1-235DBF707164}" destId="{D0D0B6CF-05F2-40DE-ACF7-B1DD49B8F097}" srcOrd="0" destOrd="0" presId="urn:microsoft.com/office/officeart/2018/2/layout/IconVerticalSolidList"/>
    <dgm:cxn modelId="{26C43F5F-3B99-4462-8943-06F0A5AB7F11}" type="presParOf" srcId="{D0D0B6CF-05F2-40DE-ACF7-B1DD49B8F097}" destId="{EA7417F7-CB61-4C95-8FEF-F4D861CA07B6}" srcOrd="0" destOrd="0" presId="urn:microsoft.com/office/officeart/2018/2/layout/IconVerticalSolidList"/>
    <dgm:cxn modelId="{8BFA69E3-E879-4337-A151-2421FAFC57A0}" type="presParOf" srcId="{D0D0B6CF-05F2-40DE-ACF7-B1DD49B8F097}" destId="{AC84F664-4741-4AF2-A282-029215D20189}" srcOrd="1" destOrd="0" presId="urn:microsoft.com/office/officeart/2018/2/layout/IconVerticalSolidList"/>
    <dgm:cxn modelId="{96C719B1-0AB4-448D-95B9-CBCD503142D2}" type="presParOf" srcId="{D0D0B6CF-05F2-40DE-ACF7-B1DD49B8F097}" destId="{ED1DA658-A19B-48AA-A31B-E53A535CEA91}" srcOrd="2" destOrd="0" presId="urn:microsoft.com/office/officeart/2018/2/layout/IconVerticalSolidList"/>
    <dgm:cxn modelId="{4E69FDC5-9307-4496-9CFB-09A53EB6CA46}" type="presParOf" srcId="{D0D0B6CF-05F2-40DE-ACF7-B1DD49B8F097}" destId="{A5138A61-DE87-4259-87F9-B5E58A27B41D}" srcOrd="3" destOrd="0" presId="urn:microsoft.com/office/officeart/2018/2/layout/IconVerticalSolidList"/>
    <dgm:cxn modelId="{DFFEE018-93E1-443D-8C0E-ED5C70909B71}" type="presParOf" srcId="{D72FB49D-2EA4-4974-BFF1-235DBF707164}" destId="{3C72591F-90C6-4792-98BB-75C3AF9C9A56}" srcOrd="1" destOrd="0" presId="urn:microsoft.com/office/officeart/2018/2/layout/IconVerticalSolidList"/>
    <dgm:cxn modelId="{E4BF71BB-8A8B-4D5F-8FD0-DF51AF34FD6C}" type="presParOf" srcId="{D72FB49D-2EA4-4974-BFF1-235DBF707164}" destId="{361AE368-BB6A-495D-A343-FC0F3ADA230F}" srcOrd="2" destOrd="0" presId="urn:microsoft.com/office/officeart/2018/2/layout/IconVerticalSolidList"/>
    <dgm:cxn modelId="{DEB6A75E-F172-4352-B15A-ECAA4D1206FA}" type="presParOf" srcId="{361AE368-BB6A-495D-A343-FC0F3ADA230F}" destId="{7130EA38-10D5-4BB8-AFDE-8E866472FC71}" srcOrd="0" destOrd="0" presId="urn:microsoft.com/office/officeart/2018/2/layout/IconVerticalSolidList"/>
    <dgm:cxn modelId="{945FB5D3-1434-4691-A3E2-29AE67DC3A52}" type="presParOf" srcId="{361AE368-BB6A-495D-A343-FC0F3ADA230F}" destId="{0B4DDC6D-1BC8-4EFF-B621-16D890E529B2}" srcOrd="1" destOrd="0" presId="urn:microsoft.com/office/officeart/2018/2/layout/IconVerticalSolidList"/>
    <dgm:cxn modelId="{5C175AD8-C934-4639-983F-9DAE9646045C}" type="presParOf" srcId="{361AE368-BB6A-495D-A343-FC0F3ADA230F}" destId="{72EC3447-ED29-440F-A0F7-A581E6873FA7}" srcOrd="2" destOrd="0" presId="urn:microsoft.com/office/officeart/2018/2/layout/IconVerticalSolidList"/>
    <dgm:cxn modelId="{3EE7F3A8-0001-4D64-9A7F-B268D55F2769}" type="presParOf" srcId="{361AE368-BB6A-495D-A343-FC0F3ADA230F}" destId="{DED426DA-A538-4B02-8296-546DC8A06E8C}" srcOrd="3" destOrd="0" presId="urn:microsoft.com/office/officeart/2018/2/layout/IconVerticalSolidList"/>
    <dgm:cxn modelId="{E7949109-4A1F-400B-A683-C2D74DBF63A3}" type="presParOf" srcId="{D72FB49D-2EA4-4974-BFF1-235DBF707164}" destId="{0C91ECE0-4B39-4169-9F64-51E8367BA577}" srcOrd="3" destOrd="0" presId="urn:microsoft.com/office/officeart/2018/2/layout/IconVerticalSolidList"/>
    <dgm:cxn modelId="{E2260754-FFA0-4CE3-8387-EF0A023E2872}" type="presParOf" srcId="{D72FB49D-2EA4-4974-BFF1-235DBF707164}" destId="{10375BB3-A1FC-4540-8BC0-DB9915F9C5D3}" srcOrd="4" destOrd="0" presId="urn:microsoft.com/office/officeart/2018/2/layout/IconVerticalSolidList"/>
    <dgm:cxn modelId="{D4A2C151-870C-4110-AAB5-EAC119D8883B}" type="presParOf" srcId="{10375BB3-A1FC-4540-8BC0-DB9915F9C5D3}" destId="{E7782D4D-5EF7-4F69-A612-996446412605}" srcOrd="0" destOrd="0" presId="urn:microsoft.com/office/officeart/2018/2/layout/IconVerticalSolidList"/>
    <dgm:cxn modelId="{965C0840-CE08-4DFD-8A78-281A4145A980}" type="presParOf" srcId="{10375BB3-A1FC-4540-8BC0-DB9915F9C5D3}" destId="{8C53AB4C-FF4A-472B-961B-37D20319832B}" srcOrd="1" destOrd="0" presId="urn:microsoft.com/office/officeart/2018/2/layout/IconVerticalSolidList"/>
    <dgm:cxn modelId="{4E4A1FE3-CC89-437E-BFEF-F58A13EF80A9}" type="presParOf" srcId="{10375BB3-A1FC-4540-8BC0-DB9915F9C5D3}" destId="{F1D86FA8-5E5F-4640-BF3E-C943291FFCE7}" srcOrd="2" destOrd="0" presId="urn:microsoft.com/office/officeart/2018/2/layout/IconVerticalSolidList"/>
    <dgm:cxn modelId="{9ABCA9DC-E8A8-42FC-9573-29CE02CC4225}" type="presParOf" srcId="{10375BB3-A1FC-4540-8BC0-DB9915F9C5D3}" destId="{D4781CD3-447A-44FD-88F8-1F0572065A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0851A4-B097-4FF4-8901-B50D373966F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FCB00E-6BBF-4657-9E7B-316BC8A468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Modeling:</a:t>
          </a:r>
          <a:r>
            <a:rPr lang="en-US"/>
            <a:t> Several classification models were developed to predict accident severity: Logistic Regression, Random Forest Classifier &amp; K-Nearest Neighbors (KNN)</a:t>
          </a:r>
        </a:p>
      </dgm:t>
    </dgm:pt>
    <dgm:pt modelId="{9DD6CAFE-0AAD-4355-8D40-3898E3B6C0EE}" type="parTrans" cxnId="{389249F1-7A72-41DB-9AE1-54F182705748}">
      <dgm:prSet/>
      <dgm:spPr/>
      <dgm:t>
        <a:bodyPr/>
        <a:lstStyle/>
        <a:p>
          <a:endParaRPr lang="en-US"/>
        </a:p>
      </dgm:t>
    </dgm:pt>
    <dgm:pt modelId="{55024FB5-828E-4C6A-A312-891DD439DCAD}" type="sibTrans" cxnId="{389249F1-7A72-41DB-9AE1-54F182705748}">
      <dgm:prSet/>
      <dgm:spPr/>
      <dgm:t>
        <a:bodyPr/>
        <a:lstStyle/>
        <a:p>
          <a:endParaRPr lang="en-US"/>
        </a:p>
      </dgm:t>
    </dgm:pt>
    <dgm:pt modelId="{CEB05FDB-7B0F-4000-8514-D8694BC069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Evaluation: Models</a:t>
          </a:r>
          <a:r>
            <a:rPr lang="en-US" dirty="0"/>
            <a:t> were evaluated using Precision, Recall, F1 Score , ROC-AUC, Confusion Matrices</a:t>
          </a:r>
        </a:p>
      </dgm:t>
    </dgm:pt>
    <dgm:pt modelId="{B10000D8-A70F-4C04-B118-96C399E00799}" type="parTrans" cxnId="{60DC4199-DC2C-41CC-BA23-EEB6B50BBE08}">
      <dgm:prSet/>
      <dgm:spPr/>
      <dgm:t>
        <a:bodyPr/>
        <a:lstStyle/>
        <a:p>
          <a:endParaRPr lang="en-US"/>
        </a:p>
      </dgm:t>
    </dgm:pt>
    <dgm:pt modelId="{9E0D4605-09B0-4F54-B7D5-0371F457CE2D}" type="sibTrans" cxnId="{60DC4199-DC2C-41CC-BA23-EEB6B50BBE08}">
      <dgm:prSet/>
      <dgm:spPr/>
      <dgm:t>
        <a:bodyPr/>
        <a:lstStyle/>
        <a:p>
          <a:endParaRPr lang="en-US"/>
        </a:p>
      </dgm:t>
    </dgm:pt>
    <dgm:pt modelId="{782CA6B1-D8A0-4563-91B6-FA09C41971F3}" type="pres">
      <dgm:prSet presAssocID="{D90851A4-B097-4FF4-8901-B50D373966F3}" presName="root" presStyleCnt="0">
        <dgm:presLayoutVars>
          <dgm:dir/>
          <dgm:resizeHandles val="exact"/>
        </dgm:presLayoutVars>
      </dgm:prSet>
      <dgm:spPr/>
    </dgm:pt>
    <dgm:pt modelId="{7F84D8D0-6890-47B1-9FEB-5DD4A0193759}" type="pres">
      <dgm:prSet presAssocID="{C7FCB00E-6BBF-4657-9E7B-316BC8A468BA}" presName="compNode" presStyleCnt="0"/>
      <dgm:spPr/>
    </dgm:pt>
    <dgm:pt modelId="{520EB013-9EC1-40FF-8C48-A969CC324B24}" type="pres">
      <dgm:prSet presAssocID="{C7FCB00E-6BBF-4657-9E7B-316BC8A468BA}" presName="bgRect" presStyleLbl="bgShp" presStyleIdx="0" presStyleCnt="2"/>
      <dgm:spPr/>
    </dgm:pt>
    <dgm:pt modelId="{B0B3F56E-316E-49B9-A130-B5F3A97B2E1A}" type="pres">
      <dgm:prSet presAssocID="{C7FCB00E-6BBF-4657-9E7B-316BC8A468B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96416CBB-332B-408B-8B5E-8CF1DC3966FC}" type="pres">
      <dgm:prSet presAssocID="{C7FCB00E-6BBF-4657-9E7B-316BC8A468BA}" presName="spaceRect" presStyleCnt="0"/>
      <dgm:spPr/>
    </dgm:pt>
    <dgm:pt modelId="{1993F750-A5BB-46D7-881D-35530400ACE5}" type="pres">
      <dgm:prSet presAssocID="{C7FCB00E-6BBF-4657-9E7B-316BC8A468BA}" presName="parTx" presStyleLbl="revTx" presStyleIdx="0" presStyleCnt="2">
        <dgm:presLayoutVars>
          <dgm:chMax val="0"/>
          <dgm:chPref val="0"/>
        </dgm:presLayoutVars>
      </dgm:prSet>
      <dgm:spPr/>
    </dgm:pt>
    <dgm:pt modelId="{2B0926EC-64A8-495E-9919-B0007184BBDE}" type="pres">
      <dgm:prSet presAssocID="{55024FB5-828E-4C6A-A312-891DD439DCAD}" presName="sibTrans" presStyleCnt="0"/>
      <dgm:spPr/>
    </dgm:pt>
    <dgm:pt modelId="{ECC99463-88F0-4F96-94E8-CD52A471E22F}" type="pres">
      <dgm:prSet presAssocID="{CEB05FDB-7B0F-4000-8514-D8694BC069A0}" presName="compNode" presStyleCnt="0"/>
      <dgm:spPr/>
    </dgm:pt>
    <dgm:pt modelId="{AC310202-C958-4CE1-918E-CD5FADAD1C4A}" type="pres">
      <dgm:prSet presAssocID="{CEB05FDB-7B0F-4000-8514-D8694BC069A0}" presName="bgRect" presStyleLbl="bgShp" presStyleIdx="1" presStyleCnt="2"/>
      <dgm:spPr/>
    </dgm:pt>
    <dgm:pt modelId="{BEEFDFBE-A9BE-4D02-B643-DC83BD1B335C}" type="pres">
      <dgm:prSet presAssocID="{CEB05FDB-7B0F-4000-8514-D8694BC069A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5DC81F46-44A5-4C9C-99D7-B7E572A69E63}" type="pres">
      <dgm:prSet presAssocID="{CEB05FDB-7B0F-4000-8514-D8694BC069A0}" presName="spaceRect" presStyleCnt="0"/>
      <dgm:spPr/>
    </dgm:pt>
    <dgm:pt modelId="{7D983D57-42B3-4403-8B3D-9BFD3846CAFD}" type="pres">
      <dgm:prSet presAssocID="{CEB05FDB-7B0F-4000-8514-D8694BC069A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189D26F-AE26-45F0-9BDD-128FBBA103DF}" type="presOf" srcId="{D90851A4-B097-4FF4-8901-B50D373966F3}" destId="{782CA6B1-D8A0-4563-91B6-FA09C41971F3}" srcOrd="0" destOrd="0" presId="urn:microsoft.com/office/officeart/2018/2/layout/IconVerticalSolidList"/>
    <dgm:cxn modelId="{1B600756-1156-4082-B65E-8ED6C8D922A8}" type="presOf" srcId="{C7FCB00E-6BBF-4657-9E7B-316BC8A468BA}" destId="{1993F750-A5BB-46D7-881D-35530400ACE5}" srcOrd="0" destOrd="0" presId="urn:microsoft.com/office/officeart/2018/2/layout/IconVerticalSolidList"/>
    <dgm:cxn modelId="{60DC4199-DC2C-41CC-BA23-EEB6B50BBE08}" srcId="{D90851A4-B097-4FF4-8901-B50D373966F3}" destId="{CEB05FDB-7B0F-4000-8514-D8694BC069A0}" srcOrd="1" destOrd="0" parTransId="{B10000D8-A70F-4C04-B118-96C399E00799}" sibTransId="{9E0D4605-09B0-4F54-B7D5-0371F457CE2D}"/>
    <dgm:cxn modelId="{78810DE2-8CFC-4F16-AFAF-0F3D45E6E11C}" type="presOf" srcId="{CEB05FDB-7B0F-4000-8514-D8694BC069A0}" destId="{7D983D57-42B3-4403-8B3D-9BFD3846CAFD}" srcOrd="0" destOrd="0" presId="urn:microsoft.com/office/officeart/2018/2/layout/IconVerticalSolidList"/>
    <dgm:cxn modelId="{389249F1-7A72-41DB-9AE1-54F182705748}" srcId="{D90851A4-B097-4FF4-8901-B50D373966F3}" destId="{C7FCB00E-6BBF-4657-9E7B-316BC8A468BA}" srcOrd="0" destOrd="0" parTransId="{9DD6CAFE-0AAD-4355-8D40-3898E3B6C0EE}" sibTransId="{55024FB5-828E-4C6A-A312-891DD439DCAD}"/>
    <dgm:cxn modelId="{C442C539-2A9B-409F-80B2-271B2261A377}" type="presParOf" srcId="{782CA6B1-D8A0-4563-91B6-FA09C41971F3}" destId="{7F84D8D0-6890-47B1-9FEB-5DD4A0193759}" srcOrd="0" destOrd="0" presId="urn:microsoft.com/office/officeart/2018/2/layout/IconVerticalSolidList"/>
    <dgm:cxn modelId="{E2A9949D-966A-4996-87C7-2064F5E315F2}" type="presParOf" srcId="{7F84D8D0-6890-47B1-9FEB-5DD4A0193759}" destId="{520EB013-9EC1-40FF-8C48-A969CC324B24}" srcOrd="0" destOrd="0" presId="urn:microsoft.com/office/officeart/2018/2/layout/IconVerticalSolidList"/>
    <dgm:cxn modelId="{76AE7AE7-DBDF-45A4-BC9B-17DF0F5377BA}" type="presParOf" srcId="{7F84D8D0-6890-47B1-9FEB-5DD4A0193759}" destId="{B0B3F56E-316E-49B9-A130-B5F3A97B2E1A}" srcOrd="1" destOrd="0" presId="urn:microsoft.com/office/officeart/2018/2/layout/IconVerticalSolidList"/>
    <dgm:cxn modelId="{C686E1B0-1A90-4395-8A4D-5CD13FC48FB0}" type="presParOf" srcId="{7F84D8D0-6890-47B1-9FEB-5DD4A0193759}" destId="{96416CBB-332B-408B-8B5E-8CF1DC3966FC}" srcOrd="2" destOrd="0" presId="urn:microsoft.com/office/officeart/2018/2/layout/IconVerticalSolidList"/>
    <dgm:cxn modelId="{2D659DCA-B01E-4E68-B68A-5BB82539F368}" type="presParOf" srcId="{7F84D8D0-6890-47B1-9FEB-5DD4A0193759}" destId="{1993F750-A5BB-46D7-881D-35530400ACE5}" srcOrd="3" destOrd="0" presId="urn:microsoft.com/office/officeart/2018/2/layout/IconVerticalSolidList"/>
    <dgm:cxn modelId="{1C9CC037-FED0-45DF-AAB4-AD584CA40DC8}" type="presParOf" srcId="{782CA6B1-D8A0-4563-91B6-FA09C41971F3}" destId="{2B0926EC-64A8-495E-9919-B0007184BBDE}" srcOrd="1" destOrd="0" presId="urn:microsoft.com/office/officeart/2018/2/layout/IconVerticalSolidList"/>
    <dgm:cxn modelId="{CF8A11D2-ECA8-4454-B9BA-97DD248642CB}" type="presParOf" srcId="{782CA6B1-D8A0-4563-91B6-FA09C41971F3}" destId="{ECC99463-88F0-4F96-94E8-CD52A471E22F}" srcOrd="2" destOrd="0" presId="urn:microsoft.com/office/officeart/2018/2/layout/IconVerticalSolidList"/>
    <dgm:cxn modelId="{5B4F748E-9DB5-4AC7-AE21-AA3756EA5768}" type="presParOf" srcId="{ECC99463-88F0-4F96-94E8-CD52A471E22F}" destId="{AC310202-C958-4CE1-918E-CD5FADAD1C4A}" srcOrd="0" destOrd="0" presId="urn:microsoft.com/office/officeart/2018/2/layout/IconVerticalSolidList"/>
    <dgm:cxn modelId="{1BE8E15C-BC6C-43D6-AEE5-61E2937453F2}" type="presParOf" srcId="{ECC99463-88F0-4F96-94E8-CD52A471E22F}" destId="{BEEFDFBE-A9BE-4D02-B643-DC83BD1B335C}" srcOrd="1" destOrd="0" presId="urn:microsoft.com/office/officeart/2018/2/layout/IconVerticalSolidList"/>
    <dgm:cxn modelId="{A430B037-4FCC-4838-92A0-0BCF3CE64C73}" type="presParOf" srcId="{ECC99463-88F0-4F96-94E8-CD52A471E22F}" destId="{5DC81F46-44A5-4C9C-99D7-B7E572A69E63}" srcOrd="2" destOrd="0" presId="urn:microsoft.com/office/officeart/2018/2/layout/IconVerticalSolidList"/>
    <dgm:cxn modelId="{1F6475F5-393B-4AE8-9053-7AC8E6289885}" type="presParOf" srcId="{ECC99463-88F0-4F96-94E8-CD52A471E22F}" destId="{7D983D57-42B3-4403-8B3D-9BFD3846CA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596333-FBEC-4E66-8615-68E21FE8D97E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15219-97D0-40A6-BBCB-C3F66C1D4962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9D143-5C2B-44DA-ABBB-D65666302207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Traffic accidents are a major public safety issue, causing thousands of injuries and fatalities each year.</a:t>
          </a:r>
        </a:p>
      </dsp:txBody>
      <dsp:txXfrm>
        <a:off x="1437631" y="531"/>
        <a:ext cx="9077968" cy="1244702"/>
      </dsp:txXfrm>
    </dsp:sp>
    <dsp:sp modelId="{9F8C83C9-C348-4170-87BF-78E1D434218B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6ED599-CFB9-4298-BF03-74F1D6CE57B3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1903F-F1E7-4543-857D-59210A14AF1D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Understanding the factors that contribute to accident severity can help inform policy decisions, improve road safety strategies, and assist emergency response planning</a:t>
          </a:r>
        </a:p>
      </dsp:txBody>
      <dsp:txXfrm>
        <a:off x="1437631" y="1556410"/>
        <a:ext cx="9077968" cy="1244702"/>
      </dsp:txXfrm>
    </dsp:sp>
    <dsp:sp modelId="{E76B2B4E-B9CA-41D4-B5BD-8FC148FE0800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687993-6641-465D-9D67-83BDE1A67561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FF484E-63F4-4A18-8337-DD8720083A44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project aims to predict the severity of traffic accidents using environmental and situational factors such as weather conditions, time of day, and location</a:t>
          </a:r>
        </a:p>
      </dsp:txBody>
      <dsp:txXfrm>
        <a:off x="1437631" y="3112289"/>
        <a:ext cx="90779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2856A7-F334-43A4-AA5A-939D0A3541F9}">
      <dsp:nvSpPr>
        <dsp:cNvPr id="0" name=""/>
        <dsp:cNvSpPr/>
      </dsp:nvSpPr>
      <dsp:spPr>
        <a:xfrm>
          <a:off x="0" y="531"/>
          <a:ext cx="105156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9FFA26-3FC7-48FF-A7F1-928F0AA1DBB8}">
      <dsp:nvSpPr>
        <dsp:cNvPr id="0" name=""/>
        <dsp:cNvSpPr/>
      </dsp:nvSpPr>
      <dsp:spPr>
        <a:xfrm>
          <a:off x="376092" y="280269"/>
          <a:ext cx="683804" cy="6838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083CF-E4FD-4DA2-ADEE-FA3817FDBFFD}">
      <dsp:nvSpPr>
        <dsp:cNvPr id="0" name=""/>
        <dsp:cNvSpPr/>
      </dsp:nvSpPr>
      <dsp:spPr>
        <a:xfrm>
          <a:off x="1435988" y="531"/>
          <a:ext cx="90796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uses the </a:t>
          </a:r>
          <a:r>
            <a:rPr lang="en-US" sz="1800" b="1" kern="1200"/>
            <a:t>U.S. Accidents (2016–2023)</a:t>
          </a:r>
          <a:r>
            <a:rPr lang="en-US" sz="1800" kern="1200"/>
            <a:t> dataset obtained from open data platforms such as Kaggle and U.S. transportation data sources</a:t>
          </a:r>
        </a:p>
      </dsp:txBody>
      <dsp:txXfrm>
        <a:off x="1435988" y="531"/>
        <a:ext cx="9079611" cy="1243280"/>
      </dsp:txXfrm>
    </dsp:sp>
    <dsp:sp modelId="{F3EBD248-F89A-4262-A034-509AD12A3898}">
      <dsp:nvSpPr>
        <dsp:cNvPr id="0" name=""/>
        <dsp:cNvSpPr/>
      </dsp:nvSpPr>
      <dsp:spPr>
        <a:xfrm>
          <a:off x="0" y="1554631"/>
          <a:ext cx="105156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77C327-9CC2-45A0-8C08-08E745991726}">
      <dsp:nvSpPr>
        <dsp:cNvPr id="0" name=""/>
        <dsp:cNvSpPr/>
      </dsp:nvSpPr>
      <dsp:spPr>
        <a:xfrm>
          <a:off x="376092" y="1834369"/>
          <a:ext cx="683804" cy="6838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CAE40-ABD4-4106-A7D8-7688586AC83A}">
      <dsp:nvSpPr>
        <dsp:cNvPr id="0" name=""/>
        <dsp:cNvSpPr/>
      </dsp:nvSpPr>
      <dsp:spPr>
        <a:xfrm>
          <a:off x="1435988" y="1554631"/>
          <a:ext cx="90796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include: Accident severity (target variable),Date and time of the crash, Location (city, state, GPS coordinates),Weather conditions (visibility, precipitation, temperature),Road conditions (surface type, lighting, road type),Environmental and situational factors</a:t>
          </a:r>
        </a:p>
      </dsp:txBody>
      <dsp:txXfrm>
        <a:off x="1435988" y="1554631"/>
        <a:ext cx="9079611" cy="1243280"/>
      </dsp:txXfrm>
    </dsp:sp>
    <dsp:sp modelId="{C4D49439-8D69-4B21-96B5-5F2C6EDCD95A}">
      <dsp:nvSpPr>
        <dsp:cNvPr id="0" name=""/>
        <dsp:cNvSpPr/>
      </dsp:nvSpPr>
      <dsp:spPr>
        <a:xfrm>
          <a:off x="0" y="3108732"/>
          <a:ext cx="10515600" cy="1243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65583-C9A3-47D2-B497-EBDF6163939F}">
      <dsp:nvSpPr>
        <dsp:cNvPr id="0" name=""/>
        <dsp:cNvSpPr/>
      </dsp:nvSpPr>
      <dsp:spPr>
        <a:xfrm>
          <a:off x="376092" y="3388470"/>
          <a:ext cx="683804" cy="6838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BB76C-C7B7-4BCE-BB48-A40DA028D1A2}">
      <dsp:nvSpPr>
        <dsp:cNvPr id="0" name=""/>
        <dsp:cNvSpPr/>
      </dsp:nvSpPr>
      <dsp:spPr>
        <a:xfrm>
          <a:off x="1435988" y="3108732"/>
          <a:ext cx="90796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dataset supports both exploratory analysis and predictive modeling.</a:t>
          </a:r>
        </a:p>
      </dsp:txBody>
      <dsp:txXfrm>
        <a:off x="1435988" y="3108732"/>
        <a:ext cx="9079611" cy="1243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7417F7-CB61-4C95-8FEF-F4D861CA07B6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4F664-4741-4AF2-A282-029215D20189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38A61-DE87-4259-87F9-B5E58A27B41D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Data Wrangling:</a:t>
          </a:r>
          <a:r>
            <a:rPr lang="en-US" sz="1900" kern="1200" dirty="0"/>
            <a:t> The dataset was cleaned, Drop columns with &gt;40% missing, Fill numerical NaNs with median, Fill categorical NaNs with mode  and prepared , These steps ensured the dataset was suitable for machine learning models</a:t>
          </a:r>
        </a:p>
      </dsp:txBody>
      <dsp:txXfrm>
        <a:off x="1437631" y="531"/>
        <a:ext cx="9077968" cy="1244702"/>
      </dsp:txXfrm>
    </dsp:sp>
    <dsp:sp modelId="{7130EA38-10D5-4BB8-AFDE-8E866472FC71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DDC6D-1BC8-4EFF-B621-16D890E529B2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D426DA-A538-4B02-8296-546DC8A06E8C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Exploratory Data Analysis (EDA):</a:t>
          </a:r>
          <a:r>
            <a:rPr lang="en-US" sz="1900" kern="1200" dirty="0"/>
            <a:t> Exploration of the data revealed important relationships, These findings helped identify patterns and correlations within the data</a:t>
          </a:r>
        </a:p>
      </dsp:txBody>
      <dsp:txXfrm>
        <a:off x="1437631" y="1556410"/>
        <a:ext cx="9077968" cy="1244702"/>
      </dsp:txXfrm>
    </dsp:sp>
    <dsp:sp modelId="{E7782D4D-5EF7-4F69-A612-996446412605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53AB4C-FF4A-472B-961B-37D20319832B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81CD3-447A-44FD-88F8-1F0572065A7F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Hypothesis:</a:t>
          </a:r>
          <a:r>
            <a:rPr lang="en-US" sz="1900" kern="1200" dirty="0"/>
            <a:t> Based on initial exploration, the following hypothesis was formed: Accidents occurring at night, in poor weather conditions, and on high-speed roads are more likely to result in higher severity levels, guided the modeling phase</a:t>
          </a:r>
        </a:p>
      </dsp:txBody>
      <dsp:txXfrm>
        <a:off x="1437631" y="3112289"/>
        <a:ext cx="9077968" cy="12447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EB013-9EC1-40FF-8C48-A969CC324B24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B3F56E-316E-49B9-A130-B5F3A97B2E1A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3F750-A5BB-46D7-881D-35530400ACE5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Modeling:</a:t>
          </a:r>
          <a:r>
            <a:rPr lang="en-US" sz="2200" kern="1200"/>
            <a:t> Several classification models were developed to predict accident severity: Logistic Regression, Random Forest Classifier &amp; K-Nearest Neighbors (KNN)</a:t>
          </a:r>
        </a:p>
      </dsp:txBody>
      <dsp:txXfrm>
        <a:off x="1507738" y="707092"/>
        <a:ext cx="9007861" cy="1305401"/>
      </dsp:txXfrm>
    </dsp:sp>
    <dsp:sp modelId="{AC310202-C958-4CE1-918E-CD5FADAD1C4A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FDFBE-A9BE-4D02-B643-DC83BD1B335C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83D57-42B3-4403-8B3D-9BFD3846CAFD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Evaluation: Models</a:t>
          </a:r>
          <a:r>
            <a:rPr lang="en-US" sz="2200" kern="1200" dirty="0"/>
            <a:t> were evaluated using Precision, Recall, F1 Score , ROC-AUC, Confusion Matrices</a:t>
          </a:r>
        </a:p>
      </dsp:txBody>
      <dsp:txXfrm>
        <a:off x="1507738" y="2338844"/>
        <a:ext cx="900786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FC8D-F19B-7168-B57B-11931F6FC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9E614-9A3B-E837-E032-3FC5F851A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54600-1B79-1620-DB91-A2F0AA8C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9CA77-A137-2A4C-8942-90DF5EAC1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4FDFE-B7BD-DB71-1670-B77E8D7CA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74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1E1F-0952-478F-93E9-416F36DFB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25B4C-86C6-EEC8-2A7A-815458CA5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225CC-F3D5-7AA3-C68E-6A75F827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CC932-7A39-3758-A629-1D8BDA966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67B59-C980-D427-DE27-09838361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5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6C5B0-6420-57F1-8497-A3D52C51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CB1F3-0C8C-6834-80A0-583C92990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FA083-EEBC-60DA-E561-B5F3EFA6D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63185-CACA-0D7F-8C98-2F42C27D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78E36-2907-DAE0-840A-0B0A2794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93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24ECD-FF0C-10A3-67CB-7E733D8D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A236D-794A-7091-B09D-D290C4BEC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8C3FE-798A-4794-3381-1D9B7BA66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46820-A203-0F21-6801-F2EDCE26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1FFC5-18C0-F773-91FF-32C65311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EE788-2A34-C701-FDA7-52709CF51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3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6380-50E0-6300-8899-8802DAF5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A0744-8461-B443-6AF7-2964392A8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143C6-0E86-CE82-8D9F-052BB2839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9118C1-032B-7785-6DDB-0CD601192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5A642-954C-A421-6548-9F563EF7E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FB8413-9E7D-D10A-3469-B9824916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8F95D-9E2A-3C79-2563-9D030466F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523B3E-3F4C-9981-EEE1-528FB0B0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96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94FD-D425-D261-1038-6E736321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641BB-F81B-B792-A1D0-68D8A5B06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F498A-34C3-A1F4-E634-738E837D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7A7D1-773A-D4C1-DD46-562A6206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9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D03647-1BF1-AB8A-E8B3-3E921227C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3437E-0A2F-36C0-E06A-BEC68B27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11421-7264-36CC-94B6-1B37537B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26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4EFA-2B2E-4434-CAB4-5C65C063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4A453-F5CF-114B-B161-52AB26966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A4FF2-FC64-4DE9-8176-602813CD4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52AC4-680F-F91D-98F0-65A2E609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DA351-5C38-65DA-BEC5-A8291340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42163-03E0-A494-19B7-51E632D3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0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A9B63-7B49-09A9-A752-9FD135784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B5DE4-42FC-7B12-0D9B-C6E2A8D17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4D00D-AB06-2EF9-61E0-C6999A7DA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6DF6D-E9CE-D55F-0706-BD4A70AF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EA5EF-CB01-1813-502A-F7A92593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DDBA1-E6E4-AA5B-5102-836D54BC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4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E9-0A9A-AE26-07EF-3B0F4BE01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8D8D3-0BBA-7BC4-278D-EF687CC8C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07101-B470-F643-DF44-493EECBD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FF7ED-6840-0AE7-AF0E-C8714F59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53A01-977D-7F33-B774-5D585B8F0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41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002E60-284F-92BC-70D6-12FED29DC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9B999-C691-9C4D-DC07-3EFCB847D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9241E-5F0D-169A-2EBC-B72AED45F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066B0-B1F5-7D45-F221-CE256A8F1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4306-3B10-DB30-B0B1-ACF8CA8F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0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1155E3-D0D2-8505-7700-A229905B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CBDD6-88F4-1CEF-3E1F-C0E0AD7EB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5FBC6-5767-E415-5A4B-EB6BF1C9C0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2D781-91BD-4069-BA96-8DC7446B86E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761C4-56BA-7A61-3458-ADB4A18E7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B94A4-F2A2-6EB9-72B1-50796CDD3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4E9B7-2153-4BF3-A667-1072C76B7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4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39D5-28C6-F61C-8C97-2F6BA33D7E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Traffic Accident Severity Prediction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9E75D-3507-E73C-2C6F-26C9B0E1D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U.S. Accidents (2016–2023) Dataset</a:t>
            </a: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Data Story Presentation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9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C2C19-576C-C911-4092-D412FE6C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100" b="1"/>
              <a:t>Problem Statement</a:t>
            </a:r>
            <a:br>
              <a:rPr lang="en-US" sz="3100"/>
            </a:br>
            <a:endParaRPr lang="en-US" sz="31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4FECAD03-48E0-95BC-6D29-86ABBD4B07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84038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1763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AE242-5505-6589-820D-9E3B2B2F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3600" b="1"/>
              <a:t>Dataset</a:t>
            </a:r>
            <a:br>
              <a:rPr lang="en-US" sz="3600"/>
            </a:br>
            <a:endParaRPr lang="en-US" sz="360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002C114-8ED3-FAB9-75E5-98B76F1976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38613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956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7165E-D4CA-D648-7A43-F9062EA4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2800" b="1"/>
              <a:t>Process and Understanding</a:t>
            </a:r>
            <a:br>
              <a:rPr lang="en-US" sz="2800"/>
            </a:br>
            <a:r>
              <a:rPr lang="en-US" sz="2800" b="1"/>
              <a:t>Guiding Questions</a:t>
            </a:r>
            <a:br>
              <a:rPr lang="en-US" sz="2800"/>
            </a:br>
            <a:endParaRPr lang="en-US" sz="280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2469DA0-C684-3B9A-D0CD-FC5EF77F4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700"/>
              <a:t>To explore the dataset, the following questions were developed:</a:t>
            </a:r>
          </a:p>
          <a:p>
            <a:pPr lvl="0"/>
            <a:r>
              <a:rPr lang="en-US" sz="1700"/>
              <a:t>When do accidents occur most frequently?</a:t>
            </a:r>
          </a:p>
          <a:p>
            <a:pPr lvl="0"/>
            <a:r>
              <a:rPr lang="en-US" sz="1700"/>
              <a:t>Are accidents more severe at night or during poor weather?</a:t>
            </a:r>
          </a:p>
          <a:p>
            <a:pPr lvl="0"/>
            <a:r>
              <a:rPr lang="en-US" sz="1700"/>
              <a:t>Which locations experience higher accident severity?</a:t>
            </a:r>
          </a:p>
          <a:p>
            <a:pPr lvl="0"/>
            <a:r>
              <a:rPr lang="en-US" sz="1700"/>
              <a:t>Which environmental factors are most predictive of severity?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700"/>
              <a:t>These questions guided the exploration and modeling process</a:t>
            </a:r>
          </a:p>
        </p:txBody>
      </p:sp>
      <p:pic>
        <p:nvPicPr>
          <p:cNvPr id="20" name="Picture 19" descr="Different colored question marks">
            <a:extLst>
              <a:ext uri="{FF2B5EF4-FFF2-40B4-BE49-F238E27FC236}">
                <a16:creationId xmlns:a16="http://schemas.microsoft.com/office/drawing/2014/main" id="{57643E1A-CB50-81F8-42B1-C364D84DE2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16" r="2692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0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91502-6585-8A0F-9DAE-0ECCEA5D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 dirty="0"/>
              <a:t>Process and Understanding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82710A-C204-30BC-C1BB-9E7789770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27959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1240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C442-3A78-CEB9-7153-8D65BAF1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Process and Understanding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EC44BC-7604-A8F7-2423-6982333426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7485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430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85D0-1980-01EA-0B34-05C84552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Process and Understanding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E1CDD-C569-336C-37E6-4064F3716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From your results: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/>
              <a:t>Random Forest demonstrated strong recall and captured complex relationships.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/>
              <a:t>Logistic Regression provided interpretable baseline results.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/>
              <a:t>KNN performed reasonably but was sensitive to scaling and feature distribution.</a:t>
            </a:r>
          </a:p>
          <a:p>
            <a:r>
              <a:rPr lang="en-US" dirty="0"/>
              <a:t>The comparison helped identify the best-performing model for predicting accident severity</a:t>
            </a:r>
          </a:p>
        </p:txBody>
      </p:sp>
    </p:spTree>
    <p:extLst>
      <p:ext uri="{BB962C8B-B14F-4D97-AF65-F5344CB8AC3E}">
        <p14:creationId xmlns:p14="http://schemas.microsoft.com/office/powerpoint/2010/main" val="1975129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434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Wingdings</vt:lpstr>
      <vt:lpstr>Office Theme</vt:lpstr>
      <vt:lpstr>Traffic Accident Severity Prediction</vt:lpstr>
      <vt:lpstr>Problem Statement </vt:lpstr>
      <vt:lpstr>Dataset </vt:lpstr>
      <vt:lpstr>Process and Understanding Guiding Questions </vt:lpstr>
      <vt:lpstr>Process and Understanding</vt:lpstr>
      <vt:lpstr>Process and Understanding</vt:lpstr>
      <vt:lpstr>Process and Understanding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firaol dechasa</dc:creator>
  <cp:lastModifiedBy>firaol dechasa</cp:lastModifiedBy>
  <cp:revision>3</cp:revision>
  <dcterms:created xsi:type="dcterms:W3CDTF">2026-02-11T16:38:14Z</dcterms:created>
  <dcterms:modified xsi:type="dcterms:W3CDTF">2026-02-16T17:17:29Z</dcterms:modified>
</cp:coreProperties>
</file>